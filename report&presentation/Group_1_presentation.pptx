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452726444b3b42d1" /><Relationship Type="http://schemas.openxmlformats.org/package/2006/relationships/metadata/core-properties" Target="/docProps/core.xml" Id="Rf55fed5357ca4d16" /><Relationship Type="http://schemas.openxmlformats.org/officeDocument/2006/relationships/extended-properties" Target="/docProps/app.xml" Id="R23699f9f6d984b01"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4"/>
  </p:normalViewPr>
  <p:slideViewPr>
    <p:cSldViewPr snapToGrid="0" snapToObjects="1">
      <p:cViewPr varScale="1">
        <p:scale>
          <a:sx n="95" d="100"/>
          <a:sy n="95" d="100"/>
        </p:scale>
        <p:origin x="99" y="45"/>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Id3" /><Relationship Type="http://schemas.openxmlformats.org/officeDocument/2006/relationships/slide" Target="/ppt/slides/slide2.xml" Id="rId4" /><Relationship Type="http://schemas.openxmlformats.org/officeDocument/2006/relationships/slide" Target="/ppt/slides/slide3.xml" Id="rId5" /><Relationship Type="http://schemas.openxmlformats.org/officeDocument/2006/relationships/slide" Target="/ppt/slides/slide4.xml" Id="rId6" /><Relationship Type="http://schemas.openxmlformats.org/officeDocument/2006/relationships/slide" Target="/ppt/slides/slide5.xml" Id="rId7" /><Relationship Type="http://schemas.openxmlformats.org/officeDocument/2006/relationships/slide" Target="/ppt/slides/slide6.xml" Id="rId8" /><Relationship Type="http://schemas.openxmlformats.org/officeDocument/2006/relationships/slide" Target="/ppt/slides/slide7.xml" Id="rId9" /><Relationship Type="http://schemas.openxmlformats.org/officeDocument/2006/relationships/slide" Target="/ppt/slides/slide8.xml" Id="rId10" /><Relationship Type="http://schemas.openxmlformats.org/officeDocument/2006/relationships/slide" Target="/ppt/slides/slide9.xml" Id="rId11" /><Relationship Type="http://schemas.openxmlformats.org/officeDocument/2006/relationships/slide" Target="/ppt/slides/slide10.xml" Id="rId12" /><Relationship Type="http://schemas.openxmlformats.org/officeDocument/2006/relationships/slide" Target="/ppt/slides/slide11.xml" Id="rId13" /><Relationship Type="http://schemas.openxmlformats.org/officeDocument/2006/relationships/tableStyles" Target="/ppt/tableStyles.xml" Id="rId14" /><Relationship Type="http://schemas.openxmlformats.org/officeDocument/2006/relationships/presProps" Target="/ppt/presProps.xml" Id="rId15" /><Relationship Type="http://schemas.openxmlformats.org/officeDocument/2006/relationships/viewProps" Target="/ppt/viewProps.xml" Id="rId16"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p>
        <p:cxnSp>
          <p:nvCxnSpPr>
            <p:cNvPr id="19" name="Straight Connector 18"/>
            <p:cNvCxnSpPr/>
            <p:nvPr/>
          </p:nvCxnSpPr>
          <p:spPr>
            <a:xfrm>
              <a:off x="9371012" y="0"/>
              <a:ext cx="1219200" cy="6858000"/>
            </a:xfrm>
            <a:prstGeom prst="line">
              <a:avLst/>
            </a:prstGeom>
            <a:ln w="9525">
              <a:solidFill>
                <a:schemeClr val="accent1">
                  <a:alpha val="70000"/>
                </a:schemeClr>
              </a:solidFill>
              <a:prstDash val="solid"/>
            </a:ln>
          </p:spPr>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prstDash val="solid"/>
            </a:ln>
          </p:spPr>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p>
        <p:sp>
          <p:nvSpPr>
            <p:cNvPr id="22" name="Rectangle 25"/>
            <p:cNvSpPr/>
            <p:nvPr/>
          </p:nvSpPr>
          <p:spPr>
            <a:xfrm>
              <a:off x="9603442" y="-8467"/>
              <a:ext cx="2588558" cy="6866467"/>
            </a:xfrm>
            <a:custGeom>
              <a:avLst/>
              <a:gdLst/>
              <a:ahLst/>
              <a:cxnLst/>
              <a:rect l="l" t="t" r="r" b="b"/>
              <a:pathLst>
                <a:path w="2588558" h="6866467">
                  <a:moveTo>
                    <a:pt x="0" y="0"/>
                  </a:moveTo>
                  <a:lnTo>
                    <a:pt x="2588558" y="0"/>
                  </a:lnTo>
                  <a:lnTo>
                    <a:pt x="2588558" y="6866467"/>
                  </a:lnTo>
                  <a:lnTo>
                    <a:pt x="1209460" y="6866467"/>
                  </a:lnTo>
                  <a:lnTo>
                    <a:pt x="0" y="0"/>
                  </a:lnTo>
                  <a:close/>
                </a:path>
              </a:pathLst>
            </a:custGeom>
            <a:solidFill>
              <a:schemeClr val="accent1">
                <a:alpha val="20000"/>
              </a:schemeClr>
            </a:solidFill>
            <a:ln>
              <a:noFill/>
            </a:ln>
            <a:effectLst/>
          </p:spPr>
        </p:sp>
        <p:sp>
          <p:nvSpPr>
            <p:cNvPr id="23" name="Isosceles Triangle 22"/>
            <p:cNvSpPr/>
            <p:nvPr/>
          </p:nvSpPr>
          <p:spPr>
            <a:xfrm>
              <a:off x="8932333" y="3048000"/>
              <a:ext cx="3259667" cy="3810000"/>
            </a:xfrm>
            <a:prstGeom prst="triangle">
              <a:avLst>
                <a:gd name="adj" fmla="val 100000"/>
              </a:avLst>
            </a:prstGeom>
            <a:solidFill>
              <a:schemeClr val="accent1">
                <a:alpha val="66000"/>
                <a:lumMod val="75000"/>
              </a:schemeClr>
            </a:solidFill>
            <a:ln>
              <a:noFill/>
            </a:ln>
            <a:effectLst/>
          </p:spPr>
        </p:sp>
        <p:sp>
          <p:nvSpPr>
            <p:cNvPr id="24" name="Rectangle 27"/>
            <p:cNvSpPr/>
            <p:nvPr/>
          </p:nvSpPr>
          <p:spPr>
            <a:xfrm>
              <a:off x="9334500" y="-8467"/>
              <a:ext cx="2854326" cy="6866467"/>
            </a:xfrm>
            <a:custGeom>
              <a:avLst/>
              <a:gdLst/>
              <a:ahLst/>
              <a:cxnLst/>
              <a:rect l="l" t="t" r="r" b="b"/>
              <a:pathLst>
                <a:path w="2854326" h="6866467">
                  <a:moveTo>
                    <a:pt x="0" y="0"/>
                  </a:moveTo>
                  <a:lnTo>
                    <a:pt x="2854326" y="0"/>
                  </a:lnTo>
                  <a:lnTo>
                    <a:pt x="2854326" y="6866467"/>
                  </a:lnTo>
                  <a:lnTo>
                    <a:pt x="2470750" y="6866467"/>
                  </a:lnTo>
                  <a:lnTo>
                    <a:pt x="0" y="0"/>
                  </a:lnTo>
                  <a:close/>
                </a:path>
              </a:pathLst>
            </a:custGeom>
            <a:solidFill>
              <a:schemeClr val="accent1">
                <a:alpha val="50000"/>
                <a:lumMod val="75000"/>
              </a:schemeClr>
            </a:solidFill>
            <a:ln>
              <a:noFill/>
            </a:ln>
            <a:effectLst/>
          </p:spPr>
        </p:sp>
        <p:sp>
          <p:nvSpPr>
            <p:cNvPr id="25" name="Rectangle 28"/>
            <p:cNvSpPr/>
            <p:nvPr/>
          </p:nvSpPr>
          <p:spPr>
            <a:xfrm>
              <a:off x="10898730" y="-8467"/>
              <a:ext cx="1290094" cy="6866467"/>
            </a:xfrm>
            <a:custGeom>
              <a:avLst/>
              <a:gdLst/>
              <a:ahLst/>
              <a:cxnLst/>
              <a:rect l="l" t="t" r="r" b="b"/>
              <a:pathLst>
                <a:path w="1290094" h="6866467">
                  <a:moveTo>
                    <a:pt x="1019735" y="0"/>
                  </a:moveTo>
                  <a:lnTo>
                    <a:pt x="1290094" y="0"/>
                  </a:lnTo>
                  <a:lnTo>
                    <a:pt x="1290094" y="6866467"/>
                  </a:lnTo>
                  <a:lnTo>
                    <a:pt x="0" y="6866467"/>
                  </a:lnTo>
                  <a:lnTo>
                    <a:pt x="1019735" y="0"/>
                  </a:lnTo>
                  <a:close/>
                </a:path>
              </a:pathLst>
            </a:custGeom>
            <a:solidFill>
              <a:schemeClr val="accent2">
                <a:alpha val="70000"/>
              </a:schemeClr>
            </a:solidFill>
            <a:ln>
              <a:noFill/>
            </a:ln>
            <a:effectLst/>
          </p:spPr>
        </p:sp>
        <p:sp>
          <p:nvSpPr>
            <p:cNvPr id="26" name="Rectangle 29"/>
            <p:cNvSpPr/>
            <p:nvPr/>
          </p:nvSpPr>
          <p:spPr>
            <a:xfrm>
              <a:off x="10938999" y="-8467"/>
              <a:ext cx="1249825" cy="6866467"/>
            </a:xfrm>
            <a:custGeom>
              <a:avLst/>
              <a:gdLst/>
              <a:ahLst/>
              <a:cxnLst/>
              <a:rect l="l" t="t" r="r" b="b"/>
              <a:pathLst>
                <a:path w="1249825" h="6866467">
                  <a:moveTo>
                    <a:pt x="0" y="0"/>
                  </a:moveTo>
                  <a:lnTo>
                    <a:pt x="1249825" y="0"/>
                  </a:lnTo>
                  <a:lnTo>
                    <a:pt x="1249825" y="6866467"/>
                  </a:lnTo>
                  <a:lnTo>
                    <a:pt x="1109382" y="6866467"/>
                  </a:lnTo>
                  <a:lnTo>
                    <a:pt x="0" y="0"/>
                  </a:lnTo>
                  <a:close/>
                </a:path>
              </a:pathLst>
            </a:custGeom>
            <a:solidFill>
              <a:schemeClr val="accent2">
                <a:alpha val="80000"/>
                <a:lumMod val="75000"/>
              </a:schemeClr>
            </a:solidFill>
            <a:ln>
              <a:noFill/>
            </a:ln>
            <a:effectLst/>
          </p:spPr>
        </p:sp>
        <p:sp>
          <p:nvSpPr>
            <p:cNvPr id="27" name="Isosceles Triangle 26"/>
            <p:cNvSpPr/>
            <p:nvPr/>
          </p:nvSpPr>
          <p:spPr>
            <a:xfrm>
              <a:off x="10371666" y="3589867"/>
              <a:ext cx="1817159" cy="3268133"/>
            </a:xfrm>
            <a:prstGeom prst="triangle">
              <a:avLst>
                <a:gd name="adj" fmla="val 100000"/>
              </a:avLst>
            </a:prstGeom>
            <a:solidFill>
              <a:schemeClr val="accent1">
                <a:alpha val="66000"/>
                <a:lumMod val="75000"/>
              </a:schemeClr>
            </a:solidFill>
            <a:ln>
              <a:noFill/>
            </a:ln>
            <a:effectLst/>
          </p:spPr>
        </p:sp>
      </p:grpSp>
      <p:sp>
        <p:nvSpPr>
          <p:cNvPr id="2" name="Title 1"/>
          <p:cNvSpPr>
            <a:spLocks noGrp="1"/>
          </p:cNvSpPr>
          <p:nvPr>
            <p:ph type="ctrTitle"/>
          </p:nvPr>
        </p:nvSpPr>
        <p:spPr>
          <a:xfrm>
            <a:off x="1507067" y="2404534"/>
            <a:ext cx="7766936" cy="1646302"/>
          </a:xfrm>
        </p:spPr>
        <p:txBody>
          <a:bodyPr anchor="b"/>
          <a:lstStyle>
            <a:lvl1pPr lvl="0" algn="r">
              <a:defRPr sz="5400">
                <a:solidFill>
                  <a:schemeClr val="accent1"/>
                </a:solidFill>
              </a:defRPr>
            </a:lvl1pPr>
          </a:lstStyle>
          <a:p>
            <a:r>
              <a:rPr lang="zh-CN" altLang="en-US"/>
              <a:t>单击此处编辑母版标题样式</a:t>
            </a:r>
            <a:endParaRPr lang="en-US" altLang="en-US"/>
          </a:p>
        </p:txBody>
      </p:sp>
      <p:sp>
        <p:nvSpPr>
          <p:cNvPr id="3" name="Subtitle 2"/>
          <p:cNvSpPr>
            <a:spLocks noGrp="1"/>
          </p:cNvSpPr>
          <p:nvPr>
            <p:ph type="subTitle" idx="1"/>
          </p:nvPr>
        </p:nvSpPr>
        <p:spPr>
          <a:xfrm>
            <a:off x="1507067" y="4050833"/>
            <a:ext cx="7766936" cy="1096899"/>
          </a:xfrm>
        </p:spPr>
        <p:txBody>
          <a:bodyPr anchor="t"/>
          <a:lstStyle>
            <a:lvl1pPr marL="0" lvl="0" indent="0" algn="r">
              <a:buNone/>
              <a:defRPr>
                <a:solidFill>
                  <a:schemeClr val="tx1">
                    <a:lumMod val="50000"/>
                    <a:lumOff val="50000"/>
                  </a:schemeClr>
                </a:solidFill>
              </a:defRPr>
            </a:lvl1pPr>
            <a:lvl2pPr marL="457200" lvl="1" indent="0" algn="ctr">
              <a:buNone/>
              <a:defRPr>
                <a:solidFill>
                  <a:schemeClr val="tx1">
                    <a:tint val="75000"/>
                  </a:schemeClr>
                </a:solidFill>
              </a:defRPr>
            </a:lvl2pPr>
            <a:lvl3pPr marL="914400" lvl="2" indent="0" algn="ctr">
              <a:buNone/>
              <a:defRPr>
                <a:solidFill>
                  <a:schemeClr val="tx1">
                    <a:tint val="75000"/>
                  </a:schemeClr>
                </a:solidFill>
              </a:defRPr>
            </a:lvl3pPr>
            <a:lvl4pPr marL="1371600" lvl="3" indent="0" algn="ctr">
              <a:buNone/>
              <a:defRPr>
                <a:solidFill>
                  <a:schemeClr val="tx1">
                    <a:tint val="75000"/>
                  </a:schemeClr>
                </a:solidFill>
              </a:defRPr>
            </a:lvl4pPr>
            <a:lvl5pPr marL="1828800" lvl="4" indent="0" algn="ctr">
              <a:buNone/>
              <a:defRPr>
                <a:solidFill>
                  <a:schemeClr val="tx1">
                    <a:tint val="75000"/>
                  </a:schemeClr>
                </a:solidFill>
              </a:defRPr>
            </a:lvl5pPr>
            <a:lvl6pPr marL="2286000" lvl="5" indent="0" algn="ctr">
              <a:buNone/>
              <a:defRPr>
                <a:solidFill>
                  <a:schemeClr val="tx1">
                    <a:tint val="75000"/>
                  </a:schemeClr>
                </a:solidFill>
              </a:defRPr>
            </a:lvl6pPr>
            <a:lvl7pPr marL="2743200" lvl="6" indent="0" algn="ctr">
              <a:buNone/>
              <a:defRPr>
                <a:solidFill>
                  <a:schemeClr val="tx1">
                    <a:tint val="75000"/>
                  </a:schemeClr>
                </a:solidFill>
              </a:defRPr>
            </a:lvl7pPr>
            <a:lvl8pPr marL="3200400" lvl="7" indent="0" algn="ctr">
              <a:buNone/>
              <a:defRPr>
                <a:solidFill>
                  <a:schemeClr val="tx1">
                    <a:tint val="75000"/>
                  </a:schemeClr>
                </a:solidFill>
              </a:defRPr>
            </a:lvl8pPr>
            <a:lvl9pPr marL="3657600" lvl="8" indent="0" algn="ctr">
              <a:buNone/>
              <a:defRPr>
                <a:solidFill>
                  <a:schemeClr val="tx1">
                    <a:tint val="75000"/>
                  </a:schemeClr>
                </a:solidFill>
              </a:defRPr>
            </a:lvl9pPr>
          </a:lstStyle>
          <a:p>
            <a:r>
              <a:rPr lang="zh-CN" altLang="en-US"/>
              <a:t>单击此处编辑母版副标题样式</a:t>
            </a:r>
            <a:endParaRPr lang="en-US" altLang="en-US"/>
          </a:p>
        </p:txBody>
      </p:sp>
      <p:sp>
        <p:nvSpPr>
          <p:cNvPr id="4" name="Date Placeholder 3"/>
          <p:cNvSpPr>
            <a:spLocks noGrp="1"/>
          </p:cNvSpPr>
          <p:nvPr>
            <p:ph type="dt" idx="10"/>
          </p:nvPr>
        </p:nvSpPr>
        <p:spPr/>
        <p:txBody>
          <a:bodyPr/>
          <a:lstStyle/>
          <a:p>
            <a:fld id="{2D2F2EDF-6CB7-4BEF-A480-FDCAD109962F}" type="datetime1">
              <a:rPr lang="zh-CN" altLang="zh-CN"/>
              <a:t>2023/7/22</a:t>
            </a:fld>
            <a:endParaRPr lang="zh-CN" altLang="zh-CN"/>
          </a:p>
        </p:txBody>
      </p:sp>
      <p:sp>
        <p:nvSpPr>
          <p:cNvPr id="5" name="Footer Placeholder 4"/>
          <p:cNvSpPr>
            <a:spLocks noGrp="1"/>
          </p:cNvSpPr>
          <p:nvPr>
            <p:ph type="ftr" idx="11"/>
          </p:nvPr>
        </p:nvSpPr>
        <p:spPr/>
        <p:txBody>
          <a:bodyPr/>
          <a:lstStyle/>
          <a:p>
            <a:endParaRPr lang="zh-CN" altLang="zh-CN"/>
          </a:p>
        </p:txBody>
      </p:sp>
      <p:sp>
        <p:nvSpPr>
          <p:cNvPr id="6" name="Slide Number Placeholder 5"/>
          <p:cNvSpPr>
            <a:spLocks noGrp="1"/>
          </p:cNvSpPr>
          <p:nvPr>
            <p:ph type="sldNum" idx="12"/>
          </p:nvPr>
        </p:nvSpPr>
        <p:spPr/>
        <p:txBody>
          <a:bodyPr/>
          <a:lstStyle/>
          <a:p>
            <a:fld id="{17328A32-F07A-4271-87B3-44934169EFB3}" type="slidenum">
              <a:rPr lang="zh-CN" altLang="zh-CN"/>
              <a:t>‹#›</a:t>
            </a:fld>
            <a:endParaRPr lang="zh-CN" altLang="zh-CN"/>
          </a:p>
        </p:txBody>
      </p:sp>
    </p:spTree>
    <p:extLst>
      <p:ext uri="{BB962C8B-B14F-4D97-AF65-F5344CB8AC3E}">
        <p14:creationId xmlns:p14="http://schemas.microsoft.com/office/powerpoint/2010/main" val="248941501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lt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Date Placeholder 3"/>
          <p:cNvSpPr>
            <a:spLocks noGrp="1"/>
          </p:cNvSpPr>
          <p:nvPr>
            <p:ph type="dt" idx="10"/>
          </p:nvPr>
        </p:nvSpPr>
        <p:spPr/>
        <p:txBody>
          <a:bodyPr/>
          <a:lstStyle/>
          <a:p>
            <a:fld id="{86839092-AFCD-49C3-9633-23247D898635}" type="datetime1">
              <a:rPr lang="zh-CN" altLang="zh-CN"/>
              <a:t>2023/7/22</a:t>
            </a:fld>
            <a:endParaRPr lang="zh-CN" altLang="zh-CN"/>
          </a:p>
        </p:txBody>
      </p:sp>
      <p:sp>
        <p:nvSpPr>
          <p:cNvPr id="5" name="Footer Placeholder 4"/>
          <p:cNvSpPr>
            <a:spLocks noGrp="1"/>
          </p:cNvSpPr>
          <p:nvPr>
            <p:ph type="ftr" idx="11"/>
          </p:nvPr>
        </p:nvSpPr>
        <p:spPr/>
        <p:txBody>
          <a:bodyPr/>
          <a:lstStyle/>
          <a:p>
            <a:endParaRPr lang="zh-CN" altLang="zh-CN"/>
          </a:p>
        </p:txBody>
      </p:sp>
      <p:sp>
        <p:nvSpPr>
          <p:cNvPr id="6" name="Slide Number Placeholder 5"/>
          <p:cNvSpPr>
            <a:spLocks noGrp="1"/>
          </p:cNvSpPr>
          <p:nvPr>
            <p:ph type="sldNum" idx="12"/>
          </p:nvPr>
        </p:nvSpPr>
        <p:spPr/>
        <p:txBody>
          <a:bodyPr/>
          <a:lstStyle/>
          <a:p>
            <a:fld id="{05A9790B-F2F3-4168-B487-F3546F667993}" type="slidenum">
              <a:rPr lang="zh-CN" altLang="zh-CN"/>
              <a:t>‹#›</a:t>
            </a:fld>
            <a:endParaRPr lang="zh-CN" altLang="zh-CN"/>
          </a:p>
        </p:txBody>
      </p:sp>
    </p:spTree>
    <p:extLst>
      <p:ext uri="{BB962C8B-B14F-4D97-AF65-F5344CB8AC3E}">
        <p14:creationId xmlns:p14="http://schemas.microsoft.com/office/powerpoint/2010/main" val="220162444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lvl="0" algn="l">
              <a:defRPr sz="4000" b="0"/>
            </a:lvl1pPr>
          </a:lstStyle>
          <a:p>
            <a:r>
              <a:rPr lang="zh-CN" altLang="en-US"/>
              <a:t>单击此处编辑母版标题样式</a:t>
            </a:r>
            <a:endParaRPr lang="en-US" altLang="en-US"/>
          </a:p>
        </p:txBody>
      </p:sp>
      <p:sp>
        <p:nvSpPr>
          <p:cNvPr id="3" name="Text Placeholder 2"/>
          <p:cNvSpPr>
            <a:spLocks noGrp="1"/>
          </p:cNvSpPr>
          <p:nvPr>
            <p:ph type="body" idx="1"/>
          </p:nvPr>
        </p:nvSpPr>
        <p:spPr>
          <a:xfrm>
            <a:off x="677335" y="4527448"/>
            <a:ext cx="8596668" cy="860400"/>
          </a:xfrm>
        </p:spPr>
        <p:txBody>
          <a:bodyPr anchor="t"/>
          <a:lstStyle>
            <a:lvl1pPr marL="0" lvl="0" indent="0" algn="l">
              <a:buNone/>
              <a:defRPr sz="2000">
                <a:solidFill>
                  <a:schemeClr val="tx1">
                    <a:lumMod val="50000"/>
                    <a:lumOff val="50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116B486F-C7CC-4DC3-BBA1-13849D94B11C}" type="datetime1">
              <a:rPr lang="zh-CN" altLang="zh-CN"/>
              <a:t>2023/7/22</a:t>
            </a:fld>
            <a:endParaRPr lang="zh-CN" altLang="zh-CN"/>
          </a:p>
        </p:txBody>
      </p:sp>
      <p:sp>
        <p:nvSpPr>
          <p:cNvPr id="5" name="Footer Placeholder 4"/>
          <p:cNvSpPr>
            <a:spLocks noGrp="1"/>
          </p:cNvSpPr>
          <p:nvPr>
            <p:ph type="ftr" idx="11"/>
          </p:nvPr>
        </p:nvSpPr>
        <p:spPr/>
        <p:txBody>
          <a:bodyPr/>
          <a:lstStyle/>
          <a:p>
            <a:endParaRPr lang="zh-CN" altLang="zh-CN"/>
          </a:p>
        </p:txBody>
      </p:sp>
      <p:sp>
        <p:nvSpPr>
          <p:cNvPr id="6" name="Slide Number Placeholder 5"/>
          <p:cNvSpPr>
            <a:spLocks noGrp="1"/>
          </p:cNvSpPr>
          <p:nvPr>
            <p:ph type="sldNum" idx="12"/>
          </p:nvPr>
        </p:nvSpPr>
        <p:spPr/>
        <p:txBody>
          <a:bodyPr/>
          <a:lstStyle/>
          <a:p>
            <a:fld id="{C1B0B186-517A-4A78-B8A9-9476E23B9562}" type="slidenum">
              <a:rPr lang="zh-CN" altLang="zh-CN"/>
              <a:t>‹#›</a:t>
            </a:fld>
            <a:endParaRPr lang="zh-CN" altLang="zh-CN"/>
          </a:p>
        </p:txBody>
      </p:sp>
    </p:spTree>
    <p:extLst>
      <p:ext uri="{BB962C8B-B14F-4D97-AF65-F5344CB8AC3E}">
        <p14:creationId xmlns:p14="http://schemas.microsoft.com/office/powerpoint/2010/main" val="126213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ltLang="en-US"/>
          </a:p>
        </p:txBody>
      </p:sp>
      <p:sp>
        <p:nvSpPr>
          <p:cNvPr id="3" name="Content Placeholder 2"/>
          <p:cNvSpPr>
            <a:spLocks noGrp="1"/>
          </p:cNvSpPr>
          <p:nvPr>
            <p:ph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Content Placeholder 3"/>
          <p:cNvSpPr>
            <a:spLocks noGrp="1"/>
          </p:cNvSpPr>
          <p:nvPr>
            <p:ph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5" name="Date Placeholder 4"/>
          <p:cNvSpPr>
            <a:spLocks noGrp="1"/>
          </p:cNvSpPr>
          <p:nvPr>
            <p:ph type="dt" idx="10"/>
          </p:nvPr>
        </p:nvSpPr>
        <p:spPr/>
        <p:txBody>
          <a:bodyPr/>
          <a:lstStyle/>
          <a:p>
            <a:fld id="{50006FC5-8C88-414F-8F81-B1A85E813C79}" type="datetime1">
              <a:rPr lang="zh-CN" altLang="zh-CN"/>
              <a:t>2023/7/22</a:t>
            </a:fld>
            <a:endParaRPr lang="zh-CN" altLang="zh-CN"/>
          </a:p>
        </p:txBody>
      </p:sp>
      <p:sp>
        <p:nvSpPr>
          <p:cNvPr id="6" name="Footer Placeholder 5"/>
          <p:cNvSpPr>
            <a:spLocks noGrp="1"/>
          </p:cNvSpPr>
          <p:nvPr>
            <p:ph type="ftr" idx="11"/>
          </p:nvPr>
        </p:nvSpPr>
        <p:spPr/>
        <p:txBody>
          <a:bodyPr/>
          <a:lstStyle/>
          <a:p>
            <a:endParaRPr lang="zh-CN" altLang="zh-CN"/>
          </a:p>
        </p:txBody>
      </p:sp>
      <p:sp>
        <p:nvSpPr>
          <p:cNvPr id="7" name="Slide Number Placeholder 6"/>
          <p:cNvSpPr>
            <a:spLocks noGrp="1"/>
          </p:cNvSpPr>
          <p:nvPr>
            <p:ph type="sldNum" idx="12"/>
          </p:nvPr>
        </p:nvSpPr>
        <p:spPr/>
        <p:txBody>
          <a:bodyPr/>
          <a:lstStyle/>
          <a:p>
            <a:fld id="{34D75909-2605-41A6-A3CF-AAD581D4239E}" type="slidenum">
              <a:rPr lang="zh-CN" altLang="zh-CN"/>
              <a:t>‹#›</a:t>
            </a:fld>
            <a:endParaRPr lang="zh-CN" altLang="zh-CN"/>
          </a:p>
        </p:txBody>
      </p:sp>
    </p:spTree>
    <p:extLst>
      <p:ext uri="{BB962C8B-B14F-4D97-AF65-F5344CB8AC3E}">
        <p14:creationId xmlns:p14="http://schemas.microsoft.com/office/powerpoint/2010/main" val="59004943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lvl="0">
              <a:defRPr/>
            </a:lvl1pPr>
          </a:lstStyle>
          <a:p>
            <a:r>
              <a:rPr lang="zh-CN" altLang="en-US"/>
              <a:t>单击此处编辑母版标题样式</a:t>
            </a:r>
            <a:endParaRPr lang="en-US" altLang="en-US"/>
          </a:p>
        </p:txBody>
      </p:sp>
      <p:sp>
        <p:nvSpPr>
          <p:cNvPr id="3" name="Text Placeholder 2"/>
          <p:cNvSpPr>
            <a:spLocks noGrp="1"/>
          </p:cNvSpPr>
          <p:nvPr>
            <p:ph type="body" idx="1"/>
          </p:nvPr>
        </p:nvSpPr>
        <p:spPr>
          <a:xfrm>
            <a:off x="675745" y="2160983"/>
            <a:ext cx="4185623" cy="576262"/>
          </a:xfrm>
        </p:spPr>
        <p:txBody>
          <a:bodyPr anchor="b"/>
          <a:lstStyle>
            <a:lvl1pPr marL="0" lvl="0" indent="0">
              <a:buNone/>
              <a:defRPr sz="2400" b="0"/>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4" name="Content Placeholder 3"/>
          <p:cNvSpPr>
            <a:spLocks noGrp="1"/>
          </p:cNvSpPr>
          <p:nvPr>
            <p:ph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5" name="Text Placeholder 4"/>
          <p:cNvSpPr>
            <a:spLocks noGrp="1"/>
          </p:cNvSpPr>
          <p:nvPr>
            <p:ph type="body" idx="3"/>
          </p:nvPr>
        </p:nvSpPr>
        <p:spPr>
          <a:xfrm>
            <a:off x="5088383" y="2160983"/>
            <a:ext cx="4185618" cy="576262"/>
          </a:xfrm>
        </p:spPr>
        <p:txBody>
          <a:bodyPr anchor="b"/>
          <a:lstStyle>
            <a:lvl1pPr marL="0" lvl="0" indent="0">
              <a:buNone/>
              <a:defRPr sz="2400" b="0"/>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6" name="Content Placeholder 5"/>
          <p:cNvSpPr>
            <a:spLocks noGrp="1"/>
          </p:cNvSpPr>
          <p:nvPr>
            <p:ph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7" name="Date Placeholder 6"/>
          <p:cNvSpPr>
            <a:spLocks noGrp="1"/>
          </p:cNvSpPr>
          <p:nvPr>
            <p:ph type="dt" idx="10"/>
          </p:nvPr>
        </p:nvSpPr>
        <p:spPr/>
        <p:txBody>
          <a:bodyPr/>
          <a:lstStyle/>
          <a:p>
            <a:fld id="{06EAAC40-547C-434D-8E87-72DBCDD60993}" type="datetime1">
              <a:rPr lang="zh-CN" altLang="zh-CN"/>
              <a:t>2023/7/22</a:t>
            </a:fld>
            <a:endParaRPr lang="zh-CN" altLang="zh-CN"/>
          </a:p>
        </p:txBody>
      </p:sp>
      <p:sp>
        <p:nvSpPr>
          <p:cNvPr id="8" name="Footer Placeholder 7"/>
          <p:cNvSpPr>
            <a:spLocks noGrp="1"/>
          </p:cNvSpPr>
          <p:nvPr>
            <p:ph type="ftr" idx="11"/>
          </p:nvPr>
        </p:nvSpPr>
        <p:spPr/>
        <p:txBody>
          <a:bodyPr/>
          <a:lstStyle/>
          <a:p>
            <a:endParaRPr lang="zh-CN" altLang="zh-CN"/>
          </a:p>
        </p:txBody>
      </p:sp>
      <p:sp>
        <p:nvSpPr>
          <p:cNvPr id="9" name="Slide Number Placeholder 8"/>
          <p:cNvSpPr>
            <a:spLocks noGrp="1"/>
          </p:cNvSpPr>
          <p:nvPr>
            <p:ph type="sldNum" idx="12"/>
          </p:nvPr>
        </p:nvSpPr>
        <p:spPr/>
        <p:txBody>
          <a:bodyPr/>
          <a:lstStyle/>
          <a:p>
            <a:fld id="{3211FD36-DDA0-4C70-BB6C-E3FB34A421F0}" type="slidenum">
              <a:rPr lang="zh-CN" altLang="zh-CN"/>
              <a:t>‹#›</a:t>
            </a:fld>
            <a:endParaRPr lang="zh-CN" altLang="zh-CN"/>
          </a:p>
        </p:txBody>
      </p:sp>
    </p:spTree>
    <p:extLst>
      <p:ext uri="{BB962C8B-B14F-4D97-AF65-F5344CB8AC3E}">
        <p14:creationId xmlns:p14="http://schemas.microsoft.com/office/powerpoint/2010/main" val="11353900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altLang="en-US"/>
          </a:p>
        </p:txBody>
      </p:sp>
      <p:sp>
        <p:nvSpPr>
          <p:cNvPr id="3" name="Date Placeholder 2"/>
          <p:cNvSpPr>
            <a:spLocks noGrp="1"/>
          </p:cNvSpPr>
          <p:nvPr>
            <p:ph type="dt" idx="10"/>
          </p:nvPr>
        </p:nvSpPr>
        <p:spPr/>
        <p:txBody>
          <a:bodyPr/>
          <a:lstStyle/>
          <a:p>
            <a:fld id="{00DCB408-24ED-404E-81E2-49C37954CE46}" type="datetime1">
              <a:rPr lang="zh-CN" altLang="zh-CN"/>
              <a:t>2023/7/22</a:t>
            </a:fld>
            <a:endParaRPr lang="zh-CN" altLang="zh-CN"/>
          </a:p>
        </p:txBody>
      </p:sp>
      <p:sp>
        <p:nvSpPr>
          <p:cNvPr id="4" name="Footer Placeholder 3"/>
          <p:cNvSpPr>
            <a:spLocks noGrp="1"/>
          </p:cNvSpPr>
          <p:nvPr>
            <p:ph type="ftr" idx="11"/>
          </p:nvPr>
        </p:nvSpPr>
        <p:spPr/>
        <p:txBody>
          <a:bodyPr/>
          <a:lstStyle/>
          <a:p>
            <a:endParaRPr lang="zh-CN" altLang="zh-CN"/>
          </a:p>
        </p:txBody>
      </p:sp>
      <p:sp>
        <p:nvSpPr>
          <p:cNvPr id="5" name="Slide Number Placeholder 4"/>
          <p:cNvSpPr>
            <a:spLocks noGrp="1"/>
          </p:cNvSpPr>
          <p:nvPr>
            <p:ph type="sldNum" idx="12"/>
          </p:nvPr>
        </p:nvSpPr>
        <p:spPr/>
        <p:txBody>
          <a:bodyPr/>
          <a:lstStyle/>
          <a:p>
            <a:fld id="{D535A3D9-10C8-4507-9347-24A4225526F7}" type="slidenum">
              <a:rPr lang="zh-CN" altLang="zh-CN"/>
              <a:t>‹#›</a:t>
            </a:fld>
            <a:endParaRPr lang="zh-CN" altLang="zh-CN"/>
          </a:p>
        </p:txBody>
      </p:sp>
    </p:spTree>
    <p:extLst>
      <p:ext uri="{BB962C8B-B14F-4D97-AF65-F5344CB8AC3E}">
        <p14:creationId xmlns:p14="http://schemas.microsoft.com/office/powerpoint/2010/main" val="368673831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EE91ECDE-777C-4238-8C62-A63C27AC4B2A}" type="datetime1">
              <a:rPr lang="zh-CN" altLang="zh-CN"/>
              <a:t>2023/7/22</a:t>
            </a:fld>
            <a:endParaRPr lang="zh-CN" altLang="zh-CN"/>
          </a:p>
        </p:txBody>
      </p:sp>
      <p:sp>
        <p:nvSpPr>
          <p:cNvPr id="3" name="Footer Placeholder 2"/>
          <p:cNvSpPr>
            <a:spLocks noGrp="1"/>
          </p:cNvSpPr>
          <p:nvPr>
            <p:ph type="ftr" idx="11"/>
          </p:nvPr>
        </p:nvSpPr>
        <p:spPr/>
        <p:txBody>
          <a:bodyPr/>
          <a:lstStyle/>
          <a:p>
            <a:endParaRPr lang="zh-CN" altLang="zh-CN"/>
          </a:p>
        </p:txBody>
      </p:sp>
      <p:sp>
        <p:nvSpPr>
          <p:cNvPr id="4" name="Slide Number Placeholder 3"/>
          <p:cNvSpPr>
            <a:spLocks noGrp="1"/>
          </p:cNvSpPr>
          <p:nvPr>
            <p:ph type="sldNum" idx="12"/>
          </p:nvPr>
        </p:nvSpPr>
        <p:spPr/>
        <p:txBody>
          <a:bodyPr/>
          <a:lstStyle/>
          <a:p>
            <a:fld id="{1F93FDCF-4790-482B-A8E1-E4916B592345}" type="slidenum">
              <a:rPr lang="zh-CN" altLang="zh-CN"/>
              <a:t>‹#›</a:t>
            </a:fld>
            <a:endParaRPr lang="zh-CN" altLang="zh-CN"/>
          </a:p>
        </p:txBody>
      </p:sp>
    </p:spTree>
    <p:extLst>
      <p:ext uri="{BB962C8B-B14F-4D97-AF65-F5344CB8AC3E}">
        <p14:creationId xmlns:p14="http://schemas.microsoft.com/office/powerpoint/2010/main" val="355187126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lvl="0">
              <a:defRPr sz="2000"/>
            </a:lvl1pPr>
          </a:lstStyle>
          <a:p>
            <a:r>
              <a:rPr lang="zh-CN" altLang="en-US"/>
              <a:t>单击此处编辑母版标题样式</a:t>
            </a:r>
            <a:endParaRPr lang="en-US" altLang="en-US"/>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Text Placeholder 3"/>
          <p:cNvSpPr>
            <a:spLocks noGrp="1"/>
          </p:cNvSpPr>
          <p:nvPr>
            <p:ph type="body" idx="2"/>
          </p:nvPr>
        </p:nvSpPr>
        <p:spPr>
          <a:xfrm>
            <a:off x="677334" y="2777069"/>
            <a:ext cx="3854528" cy="2584449"/>
          </a:xfrm>
        </p:spPr>
        <p:txBody>
          <a:bodyPr>
            <a:normAutofit/>
          </a:bodyPr>
          <a:lstStyle>
            <a:lvl1pPr marL="0" lvl="0" indent="0">
              <a:buNone/>
              <a:defRPr sz="1400"/>
            </a:lvl1pPr>
            <a:lvl2pPr marL="457063" lvl="1" indent="0">
              <a:buNone/>
              <a:defRPr sz="1400"/>
            </a:lvl2pPr>
            <a:lvl3pPr marL="914126" lvl="2" indent="0">
              <a:buNone/>
              <a:defRPr sz="1200"/>
            </a:lvl3pPr>
            <a:lvl4pPr marL="1371189" lvl="3" indent="0">
              <a:buNone/>
              <a:defRPr sz="1000"/>
            </a:lvl4pPr>
            <a:lvl5pPr marL="1828251" lvl="4" indent="0">
              <a:buNone/>
              <a:defRPr sz="1000"/>
            </a:lvl5pPr>
            <a:lvl6pPr marL="2285314" lvl="5" indent="0">
              <a:buNone/>
              <a:defRPr sz="1000"/>
            </a:lvl6pPr>
            <a:lvl7pPr marL="2742377" lvl="6" indent="0">
              <a:buNone/>
              <a:defRPr sz="1000"/>
            </a:lvl7pPr>
            <a:lvl8pPr marL="3199440" lvl="7" indent="0">
              <a:buNone/>
              <a:defRPr sz="1000"/>
            </a:lvl8pPr>
            <a:lvl9pPr marL="3656503" lvl="8" indent="0">
              <a:buNone/>
              <a:defRPr sz="1000"/>
            </a:lvl9pPr>
          </a:lstStyle>
          <a:p>
            <a:pPr lvl="0"/>
            <a:r>
              <a:rPr lang="zh-CN" altLang="en-US"/>
              <a:t>单击此处编辑母版文本样式</a:t>
            </a:r>
          </a:p>
        </p:txBody>
      </p:sp>
      <p:sp>
        <p:nvSpPr>
          <p:cNvPr id="5" name="Date Placeholder 4"/>
          <p:cNvSpPr>
            <a:spLocks noGrp="1"/>
          </p:cNvSpPr>
          <p:nvPr>
            <p:ph type="dt" idx="10"/>
          </p:nvPr>
        </p:nvSpPr>
        <p:spPr/>
        <p:txBody>
          <a:bodyPr/>
          <a:lstStyle/>
          <a:p>
            <a:fld id="{C86A44EA-42FF-4AFA-B3E3-568FC56F7F3B}" type="datetime1">
              <a:rPr lang="zh-CN" altLang="zh-CN"/>
              <a:t>2023/7/22</a:t>
            </a:fld>
            <a:endParaRPr lang="zh-CN" altLang="zh-CN"/>
          </a:p>
        </p:txBody>
      </p:sp>
      <p:sp>
        <p:nvSpPr>
          <p:cNvPr id="6" name="Footer Placeholder 5"/>
          <p:cNvSpPr>
            <a:spLocks noGrp="1"/>
          </p:cNvSpPr>
          <p:nvPr>
            <p:ph type="ftr" idx="11"/>
          </p:nvPr>
        </p:nvSpPr>
        <p:spPr/>
        <p:txBody>
          <a:bodyPr/>
          <a:lstStyle/>
          <a:p>
            <a:endParaRPr lang="zh-CN" altLang="zh-CN"/>
          </a:p>
        </p:txBody>
      </p:sp>
      <p:sp>
        <p:nvSpPr>
          <p:cNvPr id="7" name="Slide Number Placeholder 6"/>
          <p:cNvSpPr>
            <a:spLocks noGrp="1"/>
          </p:cNvSpPr>
          <p:nvPr>
            <p:ph type="sldNum" idx="12"/>
          </p:nvPr>
        </p:nvSpPr>
        <p:spPr/>
        <p:txBody>
          <a:bodyPr/>
          <a:lstStyle/>
          <a:p>
            <a:fld id="{7220F876-26A7-4195-9EFC-78DD8906E140}" type="slidenum">
              <a:rPr lang="zh-CN" altLang="zh-CN"/>
              <a:t>‹#›</a:t>
            </a:fld>
            <a:endParaRPr lang="zh-CN" altLang="zh-CN"/>
          </a:p>
        </p:txBody>
      </p:sp>
    </p:spTree>
    <p:extLst>
      <p:ext uri="{BB962C8B-B14F-4D97-AF65-F5344CB8AC3E}">
        <p14:creationId xmlns:p14="http://schemas.microsoft.com/office/powerpoint/2010/main" val="4112696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lvl="0" algn="l">
              <a:defRPr sz="2400" b="0"/>
            </a:lvl1pPr>
          </a:lstStyle>
          <a:p>
            <a:r>
              <a:rPr lang="zh-CN" altLang="en-US"/>
              <a:t>单击此处编辑母版标题样式</a:t>
            </a:r>
            <a:endParaRPr lang="en-US" alt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lvl="0" indent="0" algn="ctr">
              <a:buNone/>
              <a:defRPr sz="1600"/>
            </a:lvl1pPr>
            <a:lvl2pPr marL="457200" lvl="1" indent="0">
              <a:buNone/>
              <a:defRPr sz="1600"/>
            </a:lvl2pPr>
            <a:lvl3pPr marL="914400" lvl="2" indent="0">
              <a:buNone/>
              <a:defRPr sz="1600"/>
            </a:lvl3pPr>
            <a:lvl4pPr marL="1371600" lvl="3" indent="0">
              <a:buNone/>
              <a:defRPr sz="1600"/>
            </a:lvl4pPr>
            <a:lvl5pPr marL="1828800" lvl="4" indent="0">
              <a:buNone/>
              <a:defRPr sz="1600"/>
            </a:lvl5pPr>
            <a:lvl6pPr marL="2286000" lvl="5" indent="0">
              <a:buNone/>
              <a:defRPr sz="1600"/>
            </a:lvl6pPr>
            <a:lvl7pPr marL="2743200" lvl="6" indent="0">
              <a:buNone/>
              <a:defRPr sz="1600"/>
            </a:lvl7pPr>
            <a:lvl8pPr marL="3200400" lvl="7" indent="0">
              <a:buNone/>
              <a:defRPr sz="1600"/>
            </a:lvl8pPr>
            <a:lvl9pPr marL="3657600" lvl="8" indent="0">
              <a:buNone/>
              <a:defRPr sz="1600"/>
            </a:lvl9pPr>
          </a:lstStyle>
          <a:p>
            <a:r>
              <a:rPr lang="zh-CN" altLang="en-US"/>
              <a:t>单击图标添加图片</a:t>
            </a:r>
            <a:endParaRPr lang="en-US" altLang="en-US"/>
          </a:p>
        </p:txBody>
      </p:sp>
      <p:sp>
        <p:nvSpPr>
          <p:cNvPr id="4" name="Text Placeholder 3"/>
          <p:cNvSpPr>
            <a:spLocks noGrp="1"/>
          </p:cNvSpPr>
          <p:nvPr>
            <p:ph type="body" idx="2"/>
          </p:nvPr>
        </p:nvSpPr>
        <p:spPr>
          <a:xfrm>
            <a:off x="677334" y="5367338"/>
            <a:ext cx="8596667" cy="674024"/>
          </a:xfrm>
        </p:spPr>
        <p:txBody>
          <a:bodyPr>
            <a:normAutofit/>
          </a:bodyPr>
          <a:lstStyle>
            <a:lvl1pPr marL="0" lvl="0" indent="0">
              <a:buNone/>
              <a:defRPr sz="12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ltLang="en-US"/>
              <a:t>单击此处编辑母版文本样式</a:t>
            </a:r>
          </a:p>
        </p:txBody>
      </p:sp>
      <p:sp>
        <p:nvSpPr>
          <p:cNvPr id="6" name="Footer Placeholder 5"/>
          <p:cNvSpPr>
            <a:spLocks noGrp="1"/>
          </p:cNvSpPr>
          <p:nvPr>
            <p:ph type="ftr" idx="11"/>
          </p:nvPr>
        </p:nvSpPr>
        <p:spPr/>
        <p:txBody>
          <a:bodyPr/>
          <a:lstStyle/>
          <a:p>
            <a:endParaRPr lang="zh-CN" altLang="zh-CN"/>
          </a:p>
        </p:txBody>
      </p:sp>
      <p:sp>
        <p:nvSpPr>
          <p:cNvPr id="7" name="Slide Number Placeholder 6"/>
          <p:cNvSpPr>
            <a:spLocks noGrp="1"/>
          </p:cNvSpPr>
          <p:nvPr>
            <p:ph type="sldNum" idx="12"/>
          </p:nvPr>
        </p:nvSpPr>
        <p:spPr/>
        <p:txBody>
          <a:bodyPr/>
          <a:lstStyle/>
          <a:p>
            <a:fld id="{7D02FAB8-7886-47AA-AC03-E55C805F266A}" type="slidenum">
              <a:rPr lang="zh-CN" altLang="zh-CN"/>
              <a:t>‹#›</a:t>
            </a:fld>
            <a:endParaRPr lang="zh-CN" altLang="zh-CN"/>
          </a:p>
        </p:txBody>
      </p:sp>
      <p:sp>
        <p:nvSpPr>
          <p:cNvPr id="5" name="Date Placeholder 4"/>
          <p:cNvSpPr>
            <a:spLocks noGrp="1"/>
          </p:cNvSpPr>
          <p:nvPr>
            <p:ph type="dt" idx="10"/>
          </p:nvPr>
        </p:nvSpPr>
        <p:spPr/>
        <p:txBody>
          <a:bodyPr/>
          <a:lstStyle/>
          <a:p>
            <a:fld id="{E83A9658-CD31-449D-8526-09ADAD56FAB0}" type="datetime1">
              <a:rPr lang="zh-CN" altLang="zh-CN"/>
              <a:t>2023/7/22</a:t>
            </a:fld>
            <a:endParaRPr lang="zh-CN" altLang="zh-CN"/>
          </a:p>
        </p:txBody>
      </p:sp>
    </p:spTree>
    <p:extLst>
      <p:ext uri="{BB962C8B-B14F-4D97-AF65-F5344CB8AC3E}">
        <p14:creationId xmlns:p14="http://schemas.microsoft.com/office/powerpoint/2010/main" val="352388507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lvl="0" algn="l">
              <a:defRPr sz="4400" b="0"/>
            </a:lvl1pPr>
          </a:lstStyle>
          <a:p>
            <a:r>
              <a:rPr lang="zh-CN" altLang="en-US"/>
              <a:t>单击此处编辑母版标题样式</a:t>
            </a:r>
            <a:endParaRPr lang="en-US" alt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lvl="0" indent="0" algn="l">
              <a:buNone/>
              <a:defRPr sz="1800">
                <a:solidFill>
                  <a:schemeClr val="tx1">
                    <a:lumMod val="75000"/>
                    <a:lumOff val="25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FDBAFDF2-B08D-43E6-9388-EF474379AE76}" type="datetimeFigureOut">
              <a:rPr lang="en-US" altLang="en-US"/>
              <a:t>7/22/2023</a:t>
            </a:fld>
            <a:endParaRPr lang="en-US" altLang="en-US"/>
          </a:p>
        </p:txBody>
      </p:sp>
      <p:sp>
        <p:nvSpPr>
          <p:cNvPr id="5" name="Footer Placeholder 4"/>
          <p:cNvSpPr>
            <a:spLocks noGrp="1"/>
          </p:cNvSpPr>
          <p:nvPr>
            <p:ph type="ftr" idx="11"/>
          </p:nvPr>
        </p:nvSpPr>
        <p:spPr/>
        <p:txBody>
          <a:bodyPr/>
          <a:lstStyle/>
          <a:p>
            <a:endParaRPr lang="en-US" altLang="en-US"/>
          </a:p>
        </p:txBody>
      </p:sp>
      <p:sp>
        <p:nvSpPr>
          <p:cNvPr id="6" name="Slide Number Placeholder 5"/>
          <p:cNvSpPr>
            <a:spLocks noGrp="1"/>
          </p:cNvSpPr>
          <p:nvPr>
            <p:ph type="sldNum" idx="12"/>
          </p:nvPr>
        </p:nvSpPr>
        <p:spPr/>
        <p:txBody>
          <a:bodyPr/>
          <a:lstStyle/>
          <a:p>
            <a:fld id="{3CC89C59-3ACD-440D-811C-DC854A07364F}" type="slidenum">
              <a:rPr lang="en-US" altLang="en-US"/>
              <a:t>‹#›</a:t>
            </a:fld>
            <a:endParaRPr lang="en-US" altLang="en-US"/>
          </a:p>
        </p:txBody>
      </p:sp>
    </p:spTree>
    <p:extLst>
      <p:ext uri="{BB962C8B-B14F-4D97-AF65-F5344CB8AC3E}">
        <p14:creationId xmlns:p14="http://schemas.microsoft.com/office/powerpoint/2010/main" val="160326162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lvl="0" algn="l">
              <a:defRPr sz="4400" b="0"/>
            </a:lvl1pPr>
          </a:lstStyle>
          <a:p>
            <a:r>
              <a:rPr lang="zh-CN" altLang="en-US"/>
              <a:t>单击此处编辑母版标题样式</a:t>
            </a:r>
            <a:endParaRPr lang="en-US" altLang="en-US"/>
          </a:p>
        </p:txBody>
      </p:sp>
      <p:sp>
        <p:nvSpPr>
          <p:cNvPr id="23" name="Text Placeholder 9"/>
          <p:cNvSpPr>
            <a:spLocks noGrp="1"/>
          </p:cNvSpPr>
          <p:nvPr>
            <p:ph type="body" idx="13"/>
          </p:nvPr>
        </p:nvSpPr>
        <p:spPr>
          <a:xfrm>
            <a:off x="1366139" y="3632200"/>
            <a:ext cx="7224524" cy="381000"/>
          </a:xfrm>
        </p:spPr>
        <p:txBody>
          <a:bodyPr anchor="ctr"/>
          <a:lstStyle>
            <a:lvl1pPr marL="0" lvl="0" indent="0">
              <a:buFontTx/>
              <a:buNone/>
              <a:defRPr sz="1600">
                <a:solidFill>
                  <a:schemeClr val="tx1">
                    <a:lumMod val="50000"/>
                    <a:lumOff val="50000"/>
                  </a:schemeClr>
                </a:solidFill>
              </a:defRPr>
            </a:lvl1pPr>
            <a:lvl2pPr marL="457200" lvl="1" indent="0">
              <a:buFontTx/>
              <a:buNone/>
              <a:defRPr/>
            </a:lvl2pPr>
            <a:lvl3pPr marL="914400" lvl="2" indent="0">
              <a:buFontTx/>
              <a:buNone/>
              <a:defRPr/>
            </a:lvl3pPr>
            <a:lvl4pPr marL="1371600" lvl="3" indent="0">
              <a:buFontTx/>
              <a:buNone/>
              <a:defRPr/>
            </a:lvl4pPr>
            <a:lvl5pPr marL="1828800" lvl="4"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lvl="0" indent="0" algn="l">
              <a:buNone/>
              <a:defRPr sz="1800">
                <a:solidFill>
                  <a:schemeClr val="tx1">
                    <a:lumMod val="75000"/>
                    <a:lumOff val="25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3ABC6738-5A63-4B02-B906-9AF3A9E9F10C}" type="datetimeFigureOut">
              <a:rPr lang="en-US" altLang="en-US"/>
              <a:t>7/22/2023</a:t>
            </a:fld>
            <a:endParaRPr lang="en-US" altLang="en-US"/>
          </a:p>
        </p:txBody>
      </p:sp>
      <p:sp>
        <p:nvSpPr>
          <p:cNvPr id="5" name="Footer Placeholder 4"/>
          <p:cNvSpPr>
            <a:spLocks noGrp="1"/>
          </p:cNvSpPr>
          <p:nvPr>
            <p:ph type="ftr" idx="11"/>
          </p:nvPr>
        </p:nvSpPr>
        <p:spPr/>
        <p:txBody>
          <a:bodyPr/>
          <a:lstStyle/>
          <a:p>
            <a:endParaRPr lang="en-US" altLang="en-US"/>
          </a:p>
        </p:txBody>
      </p:sp>
      <p:sp>
        <p:nvSpPr>
          <p:cNvPr id="6" name="Slide Number Placeholder 5"/>
          <p:cNvSpPr>
            <a:spLocks noGrp="1"/>
          </p:cNvSpPr>
          <p:nvPr>
            <p:ph type="sldNum" idx="12"/>
          </p:nvPr>
        </p:nvSpPr>
        <p:spPr/>
        <p:txBody>
          <a:bodyPr/>
          <a:lstStyle/>
          <a:p>
            <a:fld id="{946B40C4-DD3A-4208-989D-B539C04C1A9D}" type="slidenum">
              <a:rPr lang="en-US" altLang="en-US"/>
              <a:t>‹#›</a:t>
            </a:fld>
            <a:endParaRPr lang="en-US" altLang="en-US"/>
          </a:p>
        </p:txBody>
      </p:sp>
      <p:sp>
        <p:nvSpPr>
          <p:cNvPr id="24" name="TextBox 23"/>
          <p:cNvSpPr txBox="1"/>
          <p:nvPr/>
        </p:nvSpPr>
        <p:spPr>
          <a:xfrm>
            <a:off x="541870" y="790378"/>
            <a:ext cx="609600" cy="584776"/>
          </a:xfrm>
          <a:prstGeom prst="rect">
            <a:avLst/>
          </a:prstGeom>
        </p:spPr>
        <p:txBody>
          <a:bodyPr vert="horz" lIns="91440" tIns="45720" rIns="91440" bIns="45720" anchor="ctr"/>
          <a:lstStyle/>
          <a:p>
            <a:pPr lvl="0"/>
            <a:r>
              <a:rPr lang="en-US" altLang="en-US" sz="8000" baseline="0">
                <a:ln>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anchor="ctr"/>
          <a:lstStyle/>
          <a:p>
            <a:pPr lvl="0"/>
            <a:r>
              <a:rPr lang="en-US" altLang="en-US" sz="8000" baseline="0">
                <a:ln>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7281552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lvl="0" algn="l">
              <a:defRPr sz="4400" b="0"/>
            </a:lvl1pPr>
          </a:lstStyle>
          <a:p>
            <a:r>
              <a:rPr lang="zh-CN" altLang="en-US"/>
              <a:t>单击此处编辑母版标题样式</a:t>
            </a:r>
            <a:endParaRPr lang="en-US" alt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lvl="0" indent="0" algn="l">
              <a:buNone/>
              <a:defRPr sz="1800">
                <a:solidFill>
                  <a:schemeClr val="tx1">
                    <a:lumMod val="75000"/>
                    <a:lumOff val="25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09389EDD-B5EA-4939-8E17-2DDB726F3038}" type="datetimeFigureOut">
              <a:rPr lang="en-US" altLang="en-US"/>
              <a:t>7/22/2023</a:t>
            </a:fld>
            <a:endParaRPr lang="en-US" altLang="en-US"/>
          </a:p>
        </p:txBody>
      </p:sp>
      <p:sp>
        <p:nvSpPr>
          <p:cNvPr id="5" name="Footer Placeholder 4"/>
          <p:cNvSpPr>
            <a:spLocks noGrp="1"/>
          </p:cNvSpPr>
          <p:nvPr>
            <p:ph type="ftr" idx="11"/>
          </p:nvPr>
        </p:nvSpPr>
        <p:spPr/>
        <p:txBody>
          <a:bodyPr/>
          <a:lstStyle/>
          <a:p>
            <a:endParaRPr lang="en-US" altLang="en-US"/>
          </a:p>
        </p:txBody>
      </p:sp>
      <p:sp>
        <p:nvSpPr>
          <p:cNvPr id="6" name="Slide Number Placeholder 5"/>
          <p:cNvSpPr>
            <a:spLocks noGrp="1"/>
          </p:cNvSpPr>
          <p:nvPr>
            <p:ph type="sldNum" idx="12"/>
          </p:nvPr>
        </p:nvSpPr>
        <p:spPr/>
        <p:txBody>
          <a:bodyPr/>
          <a:lstStyle/>
          <a:p>
            <a:fld id="{49F37832-43FC-4229-B07F-0CAE970EBA54}" type="slidenum">
              <a:rPr lang="en-US" altLang="en-US"/>
              <a:t>‹#›</a:t>
            </a:fld>
            <a:endParaRPr lang="en-US" altLang="en-US"/>
          </a:p>
        </p:txBody>
      </p:sp>
    </p:spTree>
    <p:extLst>
      <p:ext uri="{BB962C8B-B14F-4D97-AF65-F5344CB8AC3E}">
        <p14:creationId xmlns:p14="http://schemas.microsoft.com/office/powerpoint/2010/main" val="265940330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lvl="0" algn="l">
              <a:defRPr sz="4400" b="0"/>
            </a:lvl1pPr>
          </a:lstStyle>
          <a:p>
            <a:r>
              <a:rPr lang="zh-CN" altLang="en-US"/>
              <a:t>单击此处编辑母版标题样式</a:t>
            </a:r>
            <a:endParaRPr lang="en-US" altLang="en-US"/>
          </a:p>
        </p:txBody>
      </p:sp>
      <p:sp>
        <p:nvSpPr>
          <p:cNvPr id="23" name="Text Placeholder 9"/>
          <p:cNvSpPr>
            <a:spLocks noGrp="1"/>
          </p:cNvSpPr>
          <p:nvPr>
            <p:ph type="body" idx="13"/>
          </p:nvPr>
        </p:nvSpPr>
        <p:spPr>
          <a:xfrm>
            <a:off x="677332" y="4013200"/>
            <a:ext cx="8596669" cy="514248"/>
          </a:xfrm>
        </p:spPr>
        <p:txBody>
          <a:bodyPr anchor="b"/>
          <a:lstStyle>
            <a:lvl1pPr marL="0" lvl="0" indent="0">
              <a:buFontTx/>
              <a:buNone/>
              <a:defRPr sz="2400">
                <a:solidFill>
                  <a:schemeClr val="tx1">
                    <a:lumMod val="75000"/>
                    <a:lumOff val="25000"/>
                  </a:schemeClr>
                </a:solidFill>
              </a:defRPr>
            </a:lvl1pPr>
            <a:lvl2pPr marL="457200" lvl="1" indent="0">
              <a:buFontTx/>
              <a:buNone/>
              <a:defRPr/>
            </a:lvl2pPr>
            <a:lvl3pPr marL="914400" lvl="2" indent="0">
              <a:buFontTx/>
              <a:buNone/>
              <a:defRPr/>
            </a:lvl3pPr>
            <a:lvl4pPr marL="1371600" lvl="3" indent="0">
              <a:buFontTx/>
              <a:buNone/>
              <a:defRPr/>
            </a:lvl4pPr>
            <a:lvl5pPr marL="1828800" lvl="4"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lvl="0" indent="0" algn="l">
              <a:buNone/>
              <a:defRPr sz="1800">
                <a:solidFill>
                  <a:schemeClr val="tx1">
                    <a:lumMod val="50000"/>
                    <a:lumOff val="50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C60F0980-49C4-4A8C-9D84-D78E3E310644}" type="datetimeFigureOut">
              <a:rPr lang="en-US" altLang="en-US"/>
              <a:t>7/22/2023</a:t>
            </a:fld>
            <a:endParaRPr lang="en-US" altLang="en-US"/>
          </a:p>
        </p:txBody>
      </p:sp>
      <p:sp>
        <p:nvSpPr>
          <p:cNvPr id="5" name="Footer Placeholder 4"/>
          <p:cNvSpPr>
            <a:spLocks noGrp="1"/>
          </p:cNvSpPr>
          <p:nvPr>
            <p:ph type="ftr" idx="11"/>
          </p:nvPr>
        </p:nvSpPr>
        <p:spPr/>
        <p:txBody>
          <a:bodyPr/>
          <a:lstStyle/>
          <a:p>
            <a:endParaRPr lang="en-US" altLang="en-US"/>
          </a:p>
        </p:txBody>
      </p:sp>
      <p:sp>
        <p:nvSpPr>
          <p:cNvPr id="6" name="Slide Number Placeholder 5"/>
          <p:cNvSpPr>
            <a:spLocks noGrp="1"/>
          </p:cNvSpPr>
          <p:nvPr>
            <p:ph type="sldNum" idx="12"/>
          </p:nvPr>
        </p:nvSpPr>
        <p:spPr/>
        <p:txBody>
          <a:bodyPr/>
          <a:lstStyle/>
          <a:p>
            <a:fld id="{9EC34407-C8DE-4667-A4A1-837B60554E09}" type="slidenum">
              <a:rPr lang="en-US" altLang="en-US"/>
              <a:t>‹#›</a:t>
            </a:fld>
            <a:endParaRPr lang="en-US" altLang="en-US"/>
          </a:p>
        </p:txBody>
      </p:sp>
      <p:sp>
        <p:nvSpPr>
          <p:cNvPr id="24" name="TextBox 23"/>
          <p:cNvSpPr txBox="1"/>
          <p:nvPr/>
        </p:nvSpPr>
        <p:spPr>
          <a:xfrm>
            <a:off x="541870" y="790378"/>
            <a:ext cx="609600" cy="584776"/>
          </a:xfrm>
          <a:prstGeom prst="rect">
            <a:avLst/>
          </a:prstGeom>
        </p:spPr>
        <p:txBody>
          <a:bodyPr vert="horz" lIns="91440" tIns="45720" rIns="91440" bIns="45720" anchor="ctr"/>
          <a:lstStyle/>
          <a:p>
            <a:pPr lvl="0"/>
            <a:r>
              <a:rPr lang="en-US" altLang="en-US" sz="8000" baseline="0">
                <a:ln>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anchor="ctr"/>
          <a:lstStyle/>
          <a:p>
            <a:pPr lvl="0"/>
            <a:r>
              <a:rPr lang="en-US" altLang="en-US" sz="8000" baseline="0">
                <a:ln>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764163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lvl="0" algn="l">
              <a:defRPr sz="4400" b="0"/>
            </a:lvl1pPr>
          </a:lstStyle>
          <a:p>
            <a:r>
              <a:rPr lang="zh-CN" altLang="en-US"/>
              <a:t>单击此处编辑母版标题样式</a:t>
            </a:r>
            <a:endParaRPr lang="en-US" altLang="en-US"/>
          </a:p>
        </p:txBody>
      </p:sp>
      <p:sp>
        <p:nvSpPr>
          <p:cNvPr id="23" name="Text Placeholder 9"/>
          <p:cNvSpPr>
            <a:spLocks noGrp="1"/>
          </p:cNvSpPr>
          <p:nvPr>
            <p:ph type="body" idx="13"/>
          </p:nvPr>
        </p:nvSpPr>
        <p:spPr>
          <a:xfrm>
            <a:off x="677332" y="4013200"/>
            <a:ext cx="8596669" cy="514248"/>
          </a:xfrm>
        </p:spPr>
        <p:txBody>
          <a:bodyPr anchor="b"/>
          <a:lstStyle>
            <a:lvl1pPr marL="0" lvl="0" indent="0">
              <a:buFontTx/>
              <a:buNone/>
              <a:defRPr sz="2400">
                <a:solidFill>
                  <a:schemeClr val="accent1"/>
                </a:solidFill>
              </a:defRPr>
            </a:lvl1pPr>
            <a:lvl2pPr marL="457200" lvl="1" indent="0">
              <a:buFontTx/>
              <a:buNone/>
              <a:defRPr/>
            </a:lvl2pPr>
            <a:lvl3pPr marL="914400" lvl="2" indent="0">
              <a:buFontTx/>
              <a:buNone/>
              <a:defRPr/>
            </a:lvl3pPr>
            <a:lvl4pPr marL="1371600" lvl="3" indent="0">
              <a:buFontTx/>
              <a:buNone/>
              <a:defRPr/>
            </a:lvl4pPr>
            <a:lvl5pPr marL="1828800" lvl="4"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lvl="0" indent="0" algn="l">
              <a:buNone/>
              <a:defRPr sz="1800">
                <a:solidFill>
                  <a:schemeClr val="tx1">
                    <a:lumMod val="50000"/>
                    <a:lumOff val="50000"/>
                  </a:schemeClr>
                </a:solidFil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idx="10"/>
          </p:nvPr>
        </p:nvSpPr>
        <p:spPr/>
        <p:txBody>
          <a:bodyPr/>
          <a:lstStyle/>
          <a:p>
            <a:fld id="{EF7CE0C0-482F-4D92-9782-3D9D857EFE99}" type="datetimeFigureOut">
              <a:rPr lang="en-US" altLang="en-US"/>
              <a:t>7/22/2023</a:t>
            </a:fld>
            <a:endParaRPr lang="en-US" altLang="en-US"/>
          </a:p>
        </p:txBody>
      </p:sp>
      <p:sp>
        <p:nvSpPr>
          <p:cNvPr id="5" name="Footer Placeholder 4"/>
          <p:cNvSpPr>
            <a:spLocks noGrp="1"/>
          </p:cNvSpPr>
          <p:nvPr>
            <p:ph type="ftr" idx="11"/>
          </p:nvPr>
        </p:nvSpPr>
        <p:spPr/>
        <p:txBody>
          <a:bodyPr/>
          <a:lstStyle/>
          <a:p>
            <a:endParaRPr lang="en-US" altLang="en-US"/>
          </a:p>
        </p:txBody>
      </p:sp>
      <p:sp>
        <p:nvSpPr>
          <p:cNvPr id="6" name="Slide Number Placeholder 5"/>
          <p:cNvSpPr>
            <a:spLocks noGrp="1"/>
          </p:cNvSpPr>
          <p:nvPr>
            <p:ph type="sldNum" idx="12"/>
          </p:nvPr>
        </p:nvSpPr>
        <p:spPr/>
        <p:txBody>
          <a:bodyPr/>
          <a:lstStyle/>
          <a:p>
            <a:fld id="{2F348721-ED02-48B8-BA69-B48C1FB6F262}" type="slidenum">
              <a:rPr lang="en-US" altLang="en-US"/>
              <a:t>‹#›</a:t>
            </a:fld>
            <a:endParaRPr lang="en-US" altLang="en-US"/>
          </a:p>
        </p:txBody>
      </p:sp>
    </p:spTree>
    <p:extLst>
      <p:ext uri="{BB962C8B-B14F-4D97-AF65-F5344CB8AC3E}">
        <p14:creationId xmlns:p14="http://schemas.microsoft.com/office/powerpoint/2010/main" val="127609052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ltLang="en-US"/>
          </a:p>
        </p:txBody>
      </p:sp>
      <p:sp>
        <p:nvSpPr>
          <p:cNvPr id="3" name="Vertical Text Placeholder 2"/>
          <p:cNvSpPr>
            <a:spLocks noGrp="1"/>
          </p:cNvSpPr>
          <p:nvPr>
            <p:ph type="body"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Date Placeholder 3"/>
          <p:cNvSpPr>
            <a:spLocks noGrp="1"/>
          </p:cNvSpPr>
          <p:nvPr>
            <p:ph type="dt" idx="10"/>
          </p:nvPr>
        </p:nvSpPr>
        <p:spPr/>
        <p:txBody>
          <a:bodyPr/>
          <a:lstStyle/>
          <a:p>
            <a:fld id="{02F31E68-5754-4BD7-989D-86348C2F4E08}" type="datetime1">
              <a:rPr lang="zh-CN" altLang="zh-CN"/>
              <a:t>2023/7/22</a:t>
            </a:fld>
            <a:endParaRPr lang="zh-CN" altLang="zh-CN"/>
          </a:p>
        </p:txBody>
      </p:sp>
      <p:sp>
        <p:nvSpPr>
          <p:cNvPr id="5" name="Footer Placeholder 4"/>
          <p:cNvSpPr>
            <a:spLocks noGrp="1"/>
          </p:cNvSpPr>
          <p:nvPr>
            <p:ph type="ftr" idx="11"/>
          </p:nvPr>
        </p:nvSpPr>
        <p:spPr/>
        <p:txBody>
          <a:bodyPr/>
          <a:lstStyle/>
          <a:p>
            <a:endParaRPr lang="zh-CN" altLang="zh-CN"/>
          </a:p>
        </p:txBody>
      </p:sp>
      <p:sp>
        <p:nvSpPr>
          <p:cNvPr id="6" name="Slide Number Placeholder 5"/>
          <p:cNvSpPr>
            <a:spLocks noGrp="1"/>
          </p:cNvSpPr>
          <p:nvPr>
            <p:ph type="sldNum" idx="12"/>
          </p:nvPr>
        </p:nvSpPr>
        <p:spPr/>
        <p:txBody>
          <a:bodyPr/>
          <a:lstStyle/>
          <a:p>
            <a:fld id="{620DBDB0-A420-4808-843C-AE703E8D5E7F}" type="slidenum">
              <a:rPr lang="zh-CN" altLang="zh-CN"/>
              <a:t>‹#›</a:t>
            </a:fld>
            <a:endParaRPr lang="zh-CN" altLang="zh-CN"/>
          </a:p>
        </p:txBody>
      </p:sp>
    </p:spTree>
    <p:extLst>
      <p:ext uri="{BB962C8B-B14F-4D97-AF65-F5344CB8AC3E}">
        <p14:creationId xmlns:p14="http://schemas.microsoft.com/office/powerpoint/2010/main" val="364417212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p14="http://schemas.microsoft.com/office/powerpoint/2010/main"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2" name="Vertical Title 1"/>
          <p:cNvSpPr>
            <a:spLocks noGrp="1"/>
          </p:cNvSpPr>
          <p:nvPr>
            <p:ph type="title"/>
          </p:nvPr>
        </p:nvSpPr>
        <p:spPr>
          <a:xfrm>
            <a:off x="7967673" y="609599"/>
            <a:ext cx="1304743" cy="5251451"/>
          </a:xfrm>
        </p:spPr>
        <p:txBody>
          <a:bodyPr vert="eaVert" anchor="ctr"/>
          <a:lstStyle/>
          <a:p>
            <a:r>
              <a:rPr lang="zh-CN" altLang="en-US"/>
              <a:t>单击此处编辑母版标题样式</a:t>
            </a:r>
            <a:endParaRPr lang="en-US" altLang="en-US"/>
          </a:p>
        </p:txBody>
      </p:sp>
      <p:sp>
        <p:nvSpPr>
          <p:cNvPr id="3" name="Vertical Text Placeholder 2"/>
          <p:cNvSpPr>
            <a:spLocks noGrp="1"/>
          </p:cNvSpPr>
          <p:nvPr>
            <p:ph type="body"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Date Placeholder 3"/>
          <p:cNvSpPr>
            <a:spLocks noGrp="1"/>
          </p:cNvSpPr>
          <p:nvPr>
            <p:ph type="dt" idx="10"/>
          </p:nvPr>
        </p:nvSpPr>
        <p:spPr/>
        <p:txBody>
          <a:bodyPr/>
          <a:lstStyle/>
          <a:p>
            <a:fld id="{3C4A29BE-8028-43AB-A436-2276ACE4127B}" type="datetime1">
              <a:rPr lang="zh-CN" altLang="zh-CN"/>
              <a:t>2023/7/22</a:t>
            </a:fld>
            <a:endParaRPr lang="zh-CN" altLang="zh-CN"/>
          </a:p>
        </p:txBody>
      </p:sp>
      <p:sp>
        <p:nvSpPr>
          <p:cNvPr id="5" name="Footer Placeholder 4"/>
          <p:cNvSpPr>
            <a:spLocks noGrp="1"/>
          </p:cNvSpPr>
          <p:nvPr>
            <p:ph type="ftr" idx="11"/>
          </p:nvPr>
        </p:nvSpPr>
        <p:spPr/>
        <p:txBody>
          <a:bodyPr/>
          <a:lstStyle/>
          <a:p>
            <a:endParaRPr lang="zh-CN" altLang="zh-CN"/>
          </a:p>
        </p:txBody>
      </p:sp>
      <p:sp>
        <p:nvSpPr>
          <p:cNvPr id="6" name="Slide Number Placeholder 5"/>
          <p:cNvSpPr>
            <a:spLocks noGrp="1"/>
          </p:cNvSpPr>
          <p:nvPr>
            <p:ph type="sldNum" idx="12"/>
          </p:nvPr>
        </p:nvSpPr>
        <p:spPr/>
        <p:txBody>
          <a:bodyPr/>
          <a:lstStyle/>
          <a:p>
            <a:fld id="{1BC3E260-6A3D-44E5-B8C1-D6610E55A523}" type="slidenum">
              <a:rPr lang="zh-CN" altLang="zh-CN"/>
              <a:t>‹#›</a:t>
            </a:fld>
            <a:endParaRPr lang="zh-CN" altLang="zh-CN"/>
          </a:p>
        </p:txBody>
      </p:sp>
    </p:spTree>
    <p:extLst>
      <p:ext uri="{BB962C8B-B14F-4D97-AF65-F5344CB8AC3E}">
        <p14:creationId xmlns:p14="http://schemas.microsoft.com/office/powerpoint/2010/main" val="1868222362"/>
      </p:ext>
    </p:extLst>
  </p:cSld>
  <p:clrMapOvr>
    <a:masterClrMapping/>
  </p:clrMapOvr>
  <p:extLst>
    <p:ext uri="{DCECCB84-F9BA-43D5-87BE-67443E8EF086}">
      <p15:sldGuideLst xmlns:p15="http://schemas.microsoft.com/office/powerpoint/2012/main"/>
    </p:ext>
  </p:extLst>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 Type="http://schemas.openxmlformats.org/officeDocument/2006/relationships/slideLayout" Target="/ppt/slideLayouts/slideLayout6.xml" Id="rId6" /><Relationship Type="http://schemas.openxmlformats.org/officeDocument/2006/relationships/slideLayout" Target="/ppt/slideLayouts/slideLayout7.xml" Id="rId7" /><Relationship Type="http://schemas.openxmlformats.org/officeDocument/2006/relationships/slideLayout" Target="/ppt/slideLayouts/slideLayout8.xml" Id="rId8" /><Relationship Type="http://schemas.openxmlformats.org/officeDocument/2006/relationships/slideLayout" Target="/ppt/slideLayouts/slideLayout9.xml" Id="rId9" /><Relationship Type="http://schemas.openxmlformats.org/officeDocument/2006/relationships/slideLayout" Target="/ppt/slideLayouts/slideLayout10.xml" Id="rId10" /><Relationship Type="http://schemas.openxmlformats.org/officeDocument/2006/relationships/slideLayout" Target="/ppt/slideLayouts/slideLayout11.xml" Id="rId11" /><Relationship Type="http://schemas.openxmlformats.org/officeDocument/2006/relationships/slideLayout" Target="/ppt/slideLayouts/slideLayout12.xml" Id="rId12" /><Relationship Type="http://schemas.openxmlformats.org/officeDocument/2006/relationships/slideLayout" Target="/ppt/slideLayouts/slideLayout13.xml" Id="rId13" /><Relationship Type="http://schemas.openxmlformats.org/officeDocument/2006/relationships/slideLayout" Target="/ppt/slideLayouts/slideLayout14.xml" Id="rId14" /><Relationship Type="http://schemas.openxmlformats.org/officeDocument/2006/relationships/slideLayout" Target="/ppt/slideLayouts/slideLayout15.xml" Id="rId15" /><Relationship Type="http://schemas.openxmlformats.org/officeDocument/2006/relationships/slideLayout" Target="/ppt/slideLayouts/slideLayout16.xml" Id="rId16" /><Relationship Type="http://schemas.openxmlformats.org/officeDocument/2006/relationships/theme" Target="/ppt/theme/theme1.xml" Id="rId17"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prstDash val="solid"/>
            </a:ln>
          </p:spPr>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prstDash val="solid"/>
            </a:ln>
          </p:spPr>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p>
        <p:sp>
          <p:nvSpPr>
            <p:cNvPr id="23" name="Rectangle 25"/>
            <p:cNvSpPr/>
            <p:nvPr/>
          </p:nvSpPr>
          <p:spPr>
            <a:xfrm>
              <a:off x="9603442" y="-8467"/>
              <a:ext cx="2588558" cy="6866467"/>
            </a:xfrm>
            <a:custGeom>
              <a:avLst/>
              <a:gdLst/>
              <a:ahLst/>
              <a:cxnLst/>
              <a:rect l="l" t="t" r="r" b="b"/>
              <a:pathLst>
                <a:path w="2588558" h="6866467">
                  <a:moveTo>
                    <a:pt x="0" y="0"/>
                  </a:moveTo>
                  <a:lnTo>
                    <a:pt x="2588558" y="0"/>
                  </a:lnTo>
                  <a:lnTo>
                    <a:pt x="2588558" y="6866467"/>
                  </a:lnTo>
                  <a:lnTo>
                    <a:pt x="1209460" y="6866467"/>
                  </a:lnTo>
                  <a:lnTo>
                    <a:pt x="0" y="0"/>
                  </a:lnTo>
                  <a:close/>
                </a:path>
              </a:pathLst>
            </a:custGeom>
            <a:solidFill>
              <a:schemeClr val="accent1">
                <a:alpha val="20000"/>
              </a:schemeClr>
            </a:solidFill>
            <a:ln>
              <a:noFill/>
            </a:ln>
            <a:effectLst/>
          </p:spPr>
        </p:sp>
        <p:sp>
          <p:nvSpPr>
            <p:cNvPr id="24" name="Isosceles Triangle 23"/>
            <p:cNvSpPr/>
            <p:nvPr/>
          </p:nvSpPr>
          <p:spPr>
            <a:xfrm>
              <a:off x="8932333" y="3048000"/>
              <a:ext cx="3259667" cy="3810000"/>
            </a:xfrm>
            <a:prstGeom prst="triangle">
              <a:avLst>
                <a:gd name="adj" fmla="val 100000"/>
              </a:avLst>
            </a:prstGeom>
            <a:solidFill>
              <a:schemeClr val="accent1">
                <a:alpha val="66000"/>
                <a:lumMod val="75000"/>
              </a:schemeClr>
            </a:solidFill>
            <a:ln>
              <a:noFill/>
            </a:ln>
            <a:effectLst/>
          </p:spPr>
        </p:sp>
        <p:sp>
          <p:nvSpPr>
            <p:cNvPr id="25" name="Rectangle 27"/>
            <p:cNvSpPr/>
            <p:nvPr/>
          </p:nvSpPr>
          <p:spPr>
            <a:xfrm>
              <a:off x="9334500" y="-8467"/>
              <a:ext cx="2854326" cy="6866467"/>
            </a:xfrm>
            <a:custGeom>
              <a:avLst/>
              <a:gdLst/>
              <a:ahLst/>
              <a:cxnLst/>
              <a:rect l="l" t="t" r="r" b="b"/>
              <a:pathLst>
                <a:path w="2854326" h="6866467">
                  <a:moveTo>
                    <a:pt x="0" y="0"/>
                  </a:moveTo>
                  <a:lnTo>
                    <a:pt x="2854326" y="0"/>
                  </a:lnTo>
                  <a:lnTo>
                    <a:pt x="2854326" y="6866467"/>
                  </a:lnTo>
                  <a:lnTo>
                    <a:pt x="2470750" y="6866467"/>
                  </a:lnTo>
                  <a:lnTo>
                    <a:pt x="0" y="0"/>
                  </a:lnTo>
                  <a:close/>
                </a:path>
              </a:pathLst>
            </a:custGeom>
            <a:solidFill>
              <a:schemeClr val="accent1">
                <a:alpha val="50000"/>
                <a:lumMod val="75000"/>
              </a:schemeClr>
            </a:solidFill>
            <a:ln>
              <a:noFill/>
            </a:ln>
            <a:effectLst/>
          </p:spPr>
        </p:sp>
        <p:sp>
          <p:nvSpPr>
            <p:cNvPr id="26" name="Rectangle 28"/>
            <p:cNvSpPr/>
            <p:nvPr/>
          </p:nvSpPr>
          <p:spPr>
            <a:xfrm>
              <a:off x="10898730" y="-8467"/>
              <a:ext cx="1290094" cy="6866467"/>
            </a:xfrm>
            <a:custGeom>
              <a:avLst/>
              <a:gdLst/>
              <a:ahLst/>
              <a:cxnLst/>
              <a:rect l="l" t="t" r="r" b="b"/>
              <a:pathLst>
                <a:path w="1290094" h="6866467">
                  <a:moveTo>
                    <a:pt x="1019735" y="0"/>
                  </a:moveTo>
                  <a:lnTo>
                    <a:pt x="1290094" y="0"/>
                  </a:lnTo>
                  <a:lnTo>
                    <a:pt x="1290094" y="6866467"/>
                  </a:lnTo>
                  <a:lnTo>
                    <a:pt x="0" y="6866467"/>
                  </a:lnTo>
                  <a:lnTo>
                    <a:pt x="1019735" y="0"/>
                  </a:lnTo>
                  <a:close/>
                </a:path>
              </a:pathLst>
            </a:custGeom>
            <a:solidFill>
              <a:schemeClr val="accent2">
                <a:alpha val="70000"/>
              </a:schemeClr>
            </a:solidFill>
            <a:ln>
              <a:noFill/>
            </a:ln>
            <a:effectLst/>
          </p:spPr>
        </p:sp>
        <p:sp>
          <p:nvSpPr>
            <p:cNvPr id="27" name="Rectangle 29"/>
            <p:cNvSpPr/>
            <p:nvPr/>
          </p:nvSpPr>
          <p:spPr>
            <a:xfrm>
              <a:off x="10938999" y="-8467"/>
              <a:ext cx="1249825" cy="6866467"/>
            </a:xfrm>
            <a:custGeom>
              <a:avLst/>
              <a:gdLst/>
              <a:ahLst/>
              <a:cxnLst/>
              <a:rect l="l" t="t" r="r" b="b"/>
              <a:pathLst>
                <a:path w="1249825" h="6866467">
                  <a:moveTo>
                    <a:pt x="0" y="0"/>
                  </a:moveTo>
                  <a:lnTo>
                    <a:pt x="1249825" y="0"/>
                  </a:lnTo>
                  <a:lnTo>
                    <a:pt x="1249825" y="6866467"/>
                  </a:lnTo>
                  <a:lnTo>
                    <a:pt x="1109382" y="6866467"/>
                  </a:lnTo>
                  <a:lnTo>
                    <a:pt x="0" y="0"/>
                  </a:lnTo>
                  <a:close/>
                </a:path>
              </a:pathLst>
            </a:custGeom>
            <a:solidFill>
              <a:schemeClr val="accent2">
                <a:alpha val="80000"/>
                <a:lumMod val="75000"/>
              </a:schemeClr>
            </a:solidFill>
            <a:ln>
              <a:noFill/>
            </a:ln>
            <a:effectLst/>
          </p:spPr>
        </p:sp>
        <p:sp>
          <p:nvSpPr>
            <p:cNvPr id="28" name="Isosceles Triangle 27"/>
            <p:cNvSpPr/>
            <p:nvPr/>
          </p:nvSpPr>
          <p:spPr>
            <a:xfrm>
              <a:off x="10371666" y="3589867"/>
              <a:ext cx="1817159" cy="3268133"/>
            </a:xfrm>
            <a:prstGeom prst="triangle">
              <a:avLst>
                <a:gd name="adj" fmla="val 100000"/>
              </a:avLst>
            </a:prstGeom>
            <a:solidFill>
              <a:schemeClr val="accent1">
                <a:alpha val="66000"/>
                <a:lumMod val="75000"/>
              </a:schemeClr>
            </a:solidFill>
            <a:ln>
              <a:noFill/>
            </a:ln>
            <a:effectLst/>
          </p:spPr>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anchor="t">
            <a:normAutofit/>
          </a:bodyPr>
          <a:lstStyle/>
          <a:p>
            <a:r>
              <a:rPr lang="zh-CN" altLang="en-US"/>
              <a:t>单击此处编辑母版标题样式</a:t>
            </a:r>
            <a:endParaRPr lang="en-US" altLang="en-US"/>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Date Placeholder 3"/>
          <p:cNvSpPr>
            <a:spLocks noGrp="1"/>
          </p:cNvSpPr>
          <p:nvPr>
            <p:ph type="dt" idx="2"/>
          </p:nvPr>
        </p:nvSpPr>
        <p:spPr>
          <a:xfrm>
            <a:off x="7205133" y="6041362"/>
            <a:ext cx="911939" cy="365125"/>
          </a:xfrm>
          <a:prstGeom prst="rect">
            <a:avLst/>
          </a:prstGeom>
        </p:spPr>
        <p:txBody>
          <a:bodyPr vert="horz" lIns="91440" tIns="45720" rIns="91440" bIns="45720" anchor="ctr"/>
          <a:lstStyle>
            <a:lvl1pPr lvl="0" algn="r">
              <a:defRPr sz="900">
                <a:solidFill>
                  <a:schemeClr val="tx1">
                    <a:tint val="75000"/>
                  </a:schemeClr>
                </a:solidFill>
              </a:defRPr>
            </a:lvl1pPr>
          </a:lstStyle>
          <a:p>
            <a:fld id="{BFDA4F9E-DECD-4F83-B579-A2ABF45E18F9}" type="datetimeFigureOut">
              <a:rPr lang="en-US" altLang="en-US"/>
              <a:t>7/22/2023</a:t>
            </a:fld>
            <a:endParaRPr lang="en-US" altLang="en-US"/>
          </a:p>
        </p:txBody>
      </p:sp>
      <p:sp>
        <p:nvSpPr>
          <p:cNvPr id="5" name="Footer Placeholder 4"/>
          <p:cNvSpPr>
            <a:spLocks noGrp="1"/>
          </p:cNvSpPr>
          <p:nvPr>
            <p:ph type="ftr" idx="3"/>
          </p:nvPr>
        </p:nvSpPr>
        <p:spPr>
          <a:xfrm>
            <a:off x="677334" y="6041362"/>
            <a:ext cx="6297612" cy="365125"/>
          </a:xfrm>
          <a:prstGeom prst="rect">
            <a:avLst/>
          </a:prstGeom>
        </p:spPr>
        <p:txBody>
          <a:bodyPr vert="horz" lIns="91440" tIns="45720" rIns="91440" bIns="45720" anchor="ctr"/>
          <a:lstStyle>
            <a:lvl1pPr lvl="0" algn="l">
              <a:defRPr sz="900">
                <a:solidFill>
                  <a:schemeClr val="tx1">
                    <a:tint val="75000"/>
                  </a:schemeClr>
                </a:solidFill>
              </a:defRPr>
            </a:lvl1pPr>
          </a:lstStyle>
          <a:p>
            <a:endParaRPr lang="en-US" altLang="en-US"/>
          </a:p>
        </p:txBody>
      </p:sp>
      <p:sp>
        <p:nvSpPr>
          <p:cNvPr id="6" name="Slide Number Placeholder 5"/>
          <p:cNvSpPr>
            <a:spLocks noGrp="1"/>
          </p:cNvSpPr>
          <p:nvPr>
            <p:ph type="sldNum" idx="4"/>
          </p:nvPr>
        </p:nvSpPr>
        <p:spPr>
          <a:xfrm>
            <a:off x="8590663" y="6041362"/>
            <a:ext cx="683339" cy="365125"/>
          </a:xfrm>
          <a:prstGeom prst="rect">
            <a:avLst/>
          </a:prstGeom>
        </p:spPr>
        <p:txBody>
          <a:bodyPr vert="horz" lIns="91440" tIns="45720" rIns="91440" bIns="45720" anchor="ctr"/>
          <a:lstStyle>
            <a:lvl1pPr lvl="0" algn="r">
              <a:defRPr sz="900">
                <a:solidFill>
                  <a:schemeClr val="accent1"/>
                </a:solidFill>
              </a:defRPr>
            </a:lvl1pPr>
          </a:lstStyle>
          <a:p>
            <a:fld id="{FD5899F6-1C48-4843-9E43-82968A833FCB}" type="slidenum">
              <a:rPr lang="en-US" altLang="en-US"/>
              <a:t>‹#›</a:t>
            </a:fld>
            <a:endParaRPr lang="en-US" altLang="en-US"/>
          </a:p>
        </p:txBody>
      </p:sp>
    </p:spTree>
    <p:extLst>
      <p:ext uri="{BB962C8B-B14F-4D97-AF65-F5344CB8AC3E}">
        <p14:creationId xmlns:p14="http://schemas.microsoft.com/office/powerpoint/2010/main" val="2131645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lvl="0" algn="l" defTabSz="457200">
        <a:spcBef>
          <a:spcPct val="0"/>
        </a:spcBef>
        <a:buNone/>
        <a:defRPr sz="3600" kern="1200">
          <a:solidFill>
            <a:schemeClr val="accent1"/>
          </a:solidFill>
          <a:latin typeface="Trebuchet MS"/>
          <a:ea typeface="方正姚体"/>
        </a:defRPr>
      </a:lvl1pPr>
      <a:lvl2pPr lvl="1">
        <a:defRPr>
          <a:solidFill>
            <a:schemeClr val="tx2"/>
          </a:solidFill>
        </a:defRPr>
      </a:lvl2pPr>
      <a:lvl3pPr lvl="2">
        <a:defRPr>
          <a:solidFill>
            <a:schemeClr val="tx2"/>
          </a:solidFill>
        </a:defRPr>
      </a:lvl3pPr>
      <a:lvl4pPr lvl="3">
        <a:defRPr>
          <a:solidFill>
            <a:schemeClr val="tx2"/>
          </a:solidFill>
        </a:defRPr>
      </a:lvl4pPr>
      <a:lvl5pPr lvl="4">
        <a:defRPr>
          <a:solidFill>
            <a:schemeClr val="tx2"/>
          </a:solidFill>
        </a:defRPr>
      </a:lvl5pPr>
      <a:lvl6pPr lvl="5">
        <a:defRPr>
          <a:solidFill>
            <a:schemeClr val="tx2"/>
          </a:solidFill>
        </a:defRPr>
      </a:lvl6pPr>
      <a:lvl7pPr lvl="6">
        <a:defRPr>
          <a:solidFill>
            <a:schemeClr val="tx2"/>
          </a:solidFill>
        </a:defRPr>
      </a:lvl7pPr>
      <a:lvl8pPr lvl="7">
        <a:defRPr>
          <a:solidFill>
            <a:schemeClr val="tx2"/>
          </a:solidFill>
        </a:defRPr>
      </a:lvl8pPr>
      <a:lvl9pPr lvl="8">
        <a:defRPr>
          <a:solidFill>
            <a:schemeClr val="tx2"/>
          </a:solidFill>
        </a:defRPr>
      </a:lvl9pPr>
    </p:titleStyle>
    <p:bodyStyle>
      <a:lvl1pPr marL="342900" lvl="0" indent="-342900" algn="l" defTabSz="457200">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Trebuchet MS"/>
          <a:ea typeface="华文新魏"/>
        </a:defRPr>
      </a:lvl1pPr>
      <a:lvl2pPr marL="742950" lvl="1" indent="-285750" algn="l" defTabSz="45720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Trebuchet MS"/>
          <a:ea typeface="华文新魏"/>
        </a:defRPr>
      </a:lvl2pPr>
      <a:lvl3pPr marL="1143000" lvl="2" indent="-228600" algn="l" defTabSz="45720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Trebuchet MS"/>
          <a:ea typeface="华文新魏"/>
        </a:defRPr>
      </a:lvl3pPr>
      <a:lvl4pPr marL="1600200" lvl="3"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4pPr>
      <a:lvl5pPr marL="2057400" lvl="4"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5pPr>
      <a:lvl6pPr marL="2514600" lvl="5"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6pPr>
      <a:lvl7pPr marL="2971800" lvl="6"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7pPr>
      <a:lvl8pPr marL="3429000" lvl="7"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8pPr>
      <a:lvl9pPr marL="3886200" lvl="8" indent="-228600" algn="l" defTabSz="45720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Trebuchet MS"/>
          <a:ea typeface="华文新魏"/>
        </a:defRPr>
      </a:lvl9pPr>
    </p:bodyStyle>
    <p:otherStyle>
      <a:lvl1pPr marL="0" lvl="0" algn="l" defTabSz="457200">
        <a:defRPr sz="1800" kern="1200">
          <a:solidFill>
            <a:schemeClr val="tx1"/>
          </a:solidFill>
          <a:latin typeface="Trebuchet MS"/>
          <a:ea typeface="华文新魏"/>
        </a:defRPr>
      </a:lvl1pPr>
      <a:lvl2pPr marL="457200" lvl="1" algn="l" defTabSz="457200">
        <a:defRPr sz="1800" kern="1200">
          <a:solidFill>
            <a:schemeClr val="tx1"/>
          </a:solidFill>
          <a:latin typeface="Trebuchet MS"/>
          <a:ea typeface="华文新魏"/>
        </a:defRPr>
      </a:lvl2pPr>
      <a:lvl3pPr marL="914400" lvl="2" algn="l" defTabSz="457200">
        <a:defRPr sz="1800" kern="1200">
          <a:solidFill>
            <a:schemeClr val="tx1"/>
          </a:solidFill>
          <a:latin typeface="Trebuchet MS"/>
          <a:ea typeface="华文新魏"/>
        </a:defRPr>
      </a:lvl3pPr>
      <a:lvl4pPr marL="1371600" lvl="3" algn="l" defTabSz="457200">
        <a:defRPr sz="1800" kern="1200">
          <a:solidFill>
            <a:schemeClr val="tx1"/>
          </a:solidFill>
          <a:latin typeface="Trebuchet MS"/>
          <a:ea typeface="华文新魏"/>
        </a:defRPr>
      </a:lvl4pPr>
      <a:lvl5pPr marL="1828800" lvl="4" algn="l" defTabSz="457200">
        <a:defRPr sz="1800" kern="1200">
          <a:solidFill>
            <a:schemeClr val="tx1"/>
          </a:solidFill>
          <a:latin typeface="Trebuchet MS"/>
          <a:ea typeface="华文新魏"/>
        </a:defRPr>
      </a:lvl5pPr>
      <a:lvl6pPr marL="2286000" lvl="5" algn="l" defTabSz="457200">
        <a:defRPr sz="1800" kern="1200">
          <a:solidFill>
            <a:schemeClr val="tx1"/>
          </a:solidFill>
          <a:latin typeface="Trebuchet MS"/>
          <a:ea typeface="华文新魏"/>
        </a:defRPr>
      </a:lvl6pPr>
      <a:lvl7pPr marL="2743200" lvl="6" algn="l" defTabSz="457200">
        <a:defRPr sz="1800" kern="1200">
          <a:solidFill>
            <a:schemeClr val="tx1"/>
          </a:solidFill>
          <a:latin typeface="Trebuchet MS"/>
          <a:ea typeface="华文新魏"/>
        </a:defRPr>
      </a:lvl7pPr>
      <a:lvl8pPr marL="3200400" lvl="7" algn="l" defTabSz="457200">
        <a:defRPr sz="1800" kern="1200">
          <a:solidFill>
            <a:schemeClr val="tx1"/>
          </a:solidFill>
          <a:latin typeface="Trebuchet MS"/>
          <a:ea typeface="华文新魏"/>
        </a:defRPr>
      </a:lvl8pPr>
      <a:lvl9pPr marL="3657600" lvl="8" algn="l" defTabSz="457200">
        <a:defRPr sz="1800" kern="1200">
          <a:solidFill>
            <a:schemeClr val="tx1"/>
          </a:solidFill>
          <a:latin typeface="Trebuchet MS"/>
          <a:ea typeface="华文新魏"/>
        </a:defRPr>
      </a:lvl9pPr>
    </p:otherStyle>
  </p:txStyles>
  <p:extLst>
    <p:ext uri="{27BBF7A9-308A-43DC-89C8-2F10F3537804}">
      <p15:sldGuideLst xmlns:p15="http://schemas.microsoft.com/office/powerpoint/2012/main"/>
    </p:ext>
  </p:extLst>
</p:sldMaster>
</file>

<file path=ppt/slides/_rels/slide1.xml.rels>&#65279;<?xml version="1.0" encoding="utf-8"?><Relationships xmlns="http://schemas.openxmlformats.org/package/2006/relationships"><Relationship Type="http://schemas.openxmlformats.org/officeDocument/2006/relationships/slideLayout" Target="/ppt/slideLayouts/slideLayout7.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png" Id="rId2" /><Relationship Type="http://schemas.openxmlformats.org/officeDocument/2006/relationships/image" Target="/ppt/media/image2.png" Id="rI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3.png" Id="rId2" /><Relationship Type="http://schemas.openxmlformats.org/officeDocument/2006/relationships/image" Target="/ppt/media/image4.png" Id="rId3" /><Relationship Type="http://schemas.openxmlformats.org/officeDocument/2006/relationships/image" Target="/ppt/media/image5.png" Id="rI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6.png" Id="rId2" /><Relationship Type="http://schemas.openxmlformats.org/officeDocument/2006/relationships/image" Target="/ppt/media/image7.png" Id="rId3" /><Relationship Type="http://schemas.openxmlformats.org/officeDocument/2006/relationships/image" Target="/ppt/media/image8.png" Id="rI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8.png" Id="rId2" /><Relationship Type="http://schemas.openxmlformats.org/officeDocument/2006/relationships/image" Target="/ppt/media/image9.png" Id="rId3" /><Relationship Type="http://schemas.openxmlformats.org/officeDocument/2006/relationships/image" Target="/ppt/media/image10.png" Id="rI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1.png" Id="rId2" /><Relationship Type="http://schemas.openxmlformats.org/officeDocument/2006/relationships/image" Target="/ppt/media/image5.png" Id="rId3" /><Relationship Type="http://schemas.openxmlformats.org/officeDocument/2006/relationships/image" Target="/ppt/media/image12.png" Id="rId4" /><Relationship Type="http://schemas.openxmlformats.org/officeDocument/2006/relationships/image" Target="/ppt/media/image13.png" Id="rI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I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77492" y="773373"/>
            <a:ext cx="7340600" cy="882650"/>
          </a:xfrm>
          <a:prstGeom prst="rect">
            <a:avLst/>
          </a:prstGeom>
          <a:ln w="12700">
            <a:prstDash val="solid"/>
            <a:miter/>
          </a:ln>
        </p:spPr>
        <p:txBody>
          <a:bodyPr>
            <a:spAutoFit/>
          </a:bodyPr>
          <a:lstStyle/>
          <a:p>
            <a:pPr lvl="0" algn="ctr"/>
            <a:r>
              <a:rPr lang="en-US" altLang="en-US" sz="4000">
                <a:latin typeface="Times New Roman"/>
                <a:ea typeface="Times New Roman"/>
              </a:rPr>
              <a:t>Astronomy image restoration </a:t>
            </a:r>
          </a:p>
        </p:txBody>
      </p:sp>
      <p:sp>
        <p:nvSpPr>
          <p:cNvPr id="5" name="文本框 4"/>
          <p:cNvSpPr txBox="1"/>
          <p:nvPr/>
        </p:nvSpPr>
        <p:spPr>
          <a:xfrm>
            <a:off x="6823700" y="2794000"/>
            <a:ext cx="3854450" cy="1200150"/>
          </a:xfrm>
          <a:prstGeom prst="rect">
            <a:avLst/>
          </a:prstGeom>
          <a:ln w="12700">
            <a:prstDash val="solid"/>
            <a:miter/>
          </a:ln>
        </p:spPr>
        <p:txBody>
          <a:bodyPr>
            <a:spAutoFit/>
          </a:bodyPr>
          <a:lstStyle/>
          <a:p>
            <a:pPr lvl="0"/>
            <a:r>
              <a:rPr lang="en-US" altLang="en-US" sz="2800">
                <a:latin typeface="Times New Roman"/>
                <a:ea typeface="Times New Roman"/>
              </a:rPr>
              <a:t>Lu Yi 121090386</a:t>
            </a:r>
          </a:p>
          <a:p>
            <a:pPr lvl="0"/>
            <a:r>
              <a:rPr lang="en-US" altLang="en-US" sz="2800">
                <a:latin typeface="Times New Roman"/>
                <a:ea typeface="Times New Roman"/>
              </a:rPr>
              <a:t>Li Junxi 120090124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rot="0" flipH="0" flipV="0">
            <a:off x="1173238" y="1983619"/>
            <a:ext cx="8274050" cy="1797050"/>
          </a:xfrm>
          <a:prstGeom prst="rect">
            <a:avLst/>
          </a:prstGeom>
          <a:ln w="12700">
            <a:prstDash val="solid"/>
            <a:miter/>
          </a:ln>
        </p:spPr>
        <p:txBody>
          <a:bodyPr>
            <a:spAutoFit/>
          </a:bodyPr>
          <a:lstStyle/>
          <a:p>
            <a:pPr lvl="0"/>
            <a:r>
              <a:rPr lang="en-US" altLang="en-US" sz="2800">
                <a:latin typeface="Times New Roman"/>
                <a:ea typeface="Times New Roman"/>
              </a:rPr>
              <a:t>Motivation</a:t>
            </a:r>
          </a:p>
          <a:p>
            <a:pPr lvl="0"/>
            <a:r>
              <a:rPr lang="en-US" altLang="en-US" sz="2800">
                <a:latin typeface="Times New Roman"/>
                <a:ea typeface="Times New Roman"/>
              </a:rPr>
              <a:t>Project pipeline</a:t>
            </a:r>
          </a:p>
          <a:p>
            <a:pPr lvl="0"/>
            <a:r>
              <a:rPr lang="en-US" altLang="en-US" sz="2800">
                <a:latin typeface="Times New Roman"/>
                <a:ea typeface="Times New Roman"/>
              </a:rPr>
              <a:t>Restoration results and comparison</a:t>
            </a:r>
          </a:p>
          <a:p>
            <a:pPr lvl="0"/>
            <a:r>
              <a:rPr lang="en-US" altLang="en-US" sz="2800">
                <a:latin typeface="Times New Roman"/>
                <a:ea typeface="Times New Roman"/>
              </a:rPr>
              <a:t>Conclusion</a:t>
            </a:r>
          </a:p>
        </p:txBody>
      </p:sp>
      <p:sp>
        <p:nvSpPr>
          <p:cNvPr id="5" name=""/>
          <p:cNvSpPr txBox="1"/>
          <p:nvPr/>
        </p:nvSpPr>
        <p:spPr>
          <a:xfrm rot="0" flipH="0" flipV="0">
            <a:off x="3483428" y="1028095"/>
            <a:ext cx="4743450" cy="698500"/>
          </a:xfrm>
          <a:prstGeom prst="rect">
            <a:avLst/>
          </a:prstGeom>
          <a:ln w="12700">
            <a:prstDash val="solid"/>
            <a:miter/>
          </a:ln>
        </p:spPr>
        <p:txBody>
          <a:bodyPr>
            <a:spAutoFit/>
          </a:bodyPr>
          <a:lstStyle/>
          <a:p>
            <a:pPr lvl="0" algn="ctr"/>
            <a:r>
              <a:rPr lang="en-US" altLang="en-US" sz="4000">
                <a:latin typeface="Times New Roman"/>
                <a:ea typeface="Times New Roman"/>
              </a:rPr>
              <a:t>presentation 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985370" y="811044"/>
            <a:ext cx="5880100" cy="723900"/>
          </a:xfrm>
          <a:prstGeom prst="rect">
            <a:avLst/>
          </a:prstGeom>
          <a:ln w="12700">
            <a:prstDash val="solid"/>
            <a:miter/>
          </a:ln>
        </p:spPr>
        <p:txBody>
          <a:bodyPr>
            <a:spAutoFit/>
          </a:bodyPr>
          <a:lstStyle/>
          <a:p>
            <a:pPr lvl="0" algn="ctr"/>
            <a:r>
              <a:rPr lang="en-US" altLang="en-US" sz="3200">
                <a:latin typeface="Times New Roman"/>
                <a:ea typeface="Times New Roman"/>
              </a:rPr>
              <a:t>Motivation</a:t>
            </a:r>
          </a:p>
        </p:txBody>
      </p:sp>
      <p:sp>
        <p:nvSpPr>
          <p:cNvPr id="5" name="文本框 4"/>
          <p:cNvSpPr txBox="1"/>
          <p:nvPr/>
        </p:nvSpPr>
        <p:spPr>
          <a:xfrm rot="0" flipH="0" flipV="0">
            <a:off x="1790095" y="1644952"/>
            <a:ext cx="8763000" cy="3746500"/>
          </a:xfrm>
          <a:prstGeom prst="rect">
            <a:avLst/>
          </a:prstGeom>
          <a:ln w="12700">
            <a:prstDash val="solid"/>
            <a:miter/>
          </a:ln>
        </p:spPr>
        <p:txBody>
          <a:bodyPr>
            <a:spAutoFit/>
          </a:bodyPr>
          <a:lstStyle/>
          <a:p>
            <a:pPr lvl="0">
              <a:lnSpc>
                <a:spcPct val="125000"/>
              </a:lnSpc>
            </a:pPr>
            <a:r>
              <a:rPr lang="en-US" altLang="en-US" sz="2400">
                <a:latin typeface="Times New Roman"/>
                <a:ea typeface="Times New Roman"/>
              </a:rPr>
              <a:t>When we take the astronomy images, we often suffer from different kinds of  noise, especially Moire pattern and sine periodic noise because of the special environment of the outer space and the transportation devices. Since we do need clear images for scientific research, it is very critical for us to have powerful denoising algorithms. However, classical algorithms are not necessarily able to deal with all kinds of noise very efficiently. As a result, we want to make some improvement by giving innovative restoration algorithms.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40086" y="297410"/>
            <a:ext cx="8362950" cy="723900"/>
          </a:xfrm>
          <a:prstGeom prst="rect">
            <a:avLst/>
          </a:prstGeom>
          <a:ln w="12700">
            <a:prstDash val="solid"/>
            <a:miter/>
          </a:ln>
        </p:spPr>
        <p:txBody>
          <a:bodyPr>
            <a:spAutoFit/>
          </a:bodyPr>
          <a:lstStyle/>
          <a:p>
            <a:pPr lvl="0" algn="ctr"/>
            <a:r>
              <a:rPr lang="en-US" altLang="en-US" sz="3200">
                <a:latin typeface="Times New Roman"/>
                <a:ea typeface="Times New Roman"/>
              </a:rPr>
              <a:t>Project pipeline</a:t>
            </a:r>
          </a:p>
        </p:txBody>
      </p:sp>
      <p:sp>
        <p:nvSpPr>
          <p:cNvPr id="5" name="文本框 4"/>
          <p:cNvSpPr txBox="1"/>
          <p:nvPr/>
        </p:nvSpPr>
        <p:spPr>
          <a:xfrm>
            <a:off x="749905" y="871188"/>
            <a:ext cx="10287000" cy="4660900"/>
          </a:xfrm>
          <a:prstGeom prst="rect">
            <a:avLst/>
          </a:prstGeom>
          <a:ln w="12700">
            <a:prstDash val="solid"/>
            <a:miter/>
          </a:ln>
        </p:spPr>
        <p:txBody>
          <a:bodyPr>
            <a:spAutoFit/>
          </a:bodyPr>
          <a:lstStyle/>
          <a:p>
            <a:pPr lvl="0"/>
            <a:r>
              <a:rPr lang="en-US" altLang="en-US" sz="2000">
                <a:latin typeface="Times New Roman"/>
                <a:ea typeface="Times New Roman"/>
              </a:rPr>
              <a:t>1 input the images from kaggle/nasa</a:t>
            </a:r>
          </a:p>
          <a:p>
            <a:pPr lvl="0"/>
            <a:endParaRPr lang="en-US" altLang="en-US" sz="2000">
              <a:latin typeface="Times New Roman"/>
              <a:ea typeface="Times New Roman"/>
            </a:endParaRPr>
          </a:p>
          <a:p>
            <a:pPr lvl="0"/>
            <a:r>
              <a:rPr lang="en-US" altLang="en-US" sz="2000">
                <a:latin typeface="Times New Roman"/>
                <a:ea typeface="Times New Roman"/>
              </a:rPr>
              <a:t>2 add different noise to the original images, including Moire pattern noise, sine periodic noise, gaussian noise </a:t>
            </a:r>
          </a:p>
          <a:p>
            <a:pPr lvl="0"/>
            <a:endParaRPr lang="en-US" altLang="en-US" sz="2000">
              <a:latin typeface="Times New Roman"/>
              <a:ea typeface="Times New Roman"/>
            </a:endParaRPr>
          </a:p>
          <a:p>
            <a:pPr lvl="0"/>
            <a:r>
              <a:rPr lang="en-US" altLang="en-US" sz="2000">
                <a:latin typeface="Times New Roman"/>
                <a:ea typeface="Times New Roman"/>
              </a:rPr>
              <a:t>3 use classical algorithm to remove the noise, such as  average filter, inverse filter,Wiener filter</a:t>
            </a:r>
          </a:p>
          <a:p>
            <a:pPr lvl="0"/>
            <a:r>
              <a:rPr lang="en-US" altLang="en-US" sz="2000">
                <a:latin typeface="Times New Roman"/>
                <a:ea typeface="Times New Roman"/>
              </a:rPr>
              <a:t>and use PSNR, SSIM to evaluate the quality of denoising</a:t>
            </a:r>
          </a:p>
          <a:p>
            <a:pPr lvl="0"/>
            <a:endParaRPr lang="en-US" altLang="en-US" sz="2000">
              <a:latin typeface="Times New Roman"/>
              <a:ea typeface="Times New Roman"/>
            </a:endParaRPr>
          </a:p>
          <a:p>
            <a:pPr lvl="0"/>
            <a:r>
              <a:rPr lang="en-US" altLang="en-US" sz="2000">
                <a:latin typeface="Times New Roman"/>
                <a:ea typeface="Times New Roman"/>
              </a:rPr>
              <a:t>4 use the innovative algorithm defined by ourselves to restore the noisy image, use PSNR, SSIM to evaluate the quality of denoising as well</a:t>
            </a:r>
          </a:p>
          <a:p>
            <a:pPr lvl="0"/>
            <a:endParaRPr lang="en-US" altLang="en-US" sz="2000">
              <a:latin typeface="Times New Roman"/>
              <a:ea typeface="Times New Roman"/>
            </a:endParaRPr>
          </a:p>
          <a:p>
            <a:pPr marL="0" lvl="0" indent="0" algn="l" defTabSz="457200">
              <a:lnSpc>
                <a:spcPct val="100000"/>
              </a:lnSpc>
            </a:pPr>
            <a:r>
              <a:rPr lang="en-US" altLang="en-US" sz="2000" b="0" i="0" strike="noStrike" spc="0">
                <a:solidFill>
                  <a:srgbClr val="000000"/>
                </a:solidFill>
                <a:latin typeface="Times New Roman"/>
                <a:ea typeface="Times New Roman"/>
              </a:rPr>
              <a:t>5 use some way to enhance the derived image slightly(e.g, improve the contrast)</a:t>
            </a:r>
          </a:p>
          <a:p>
            <a:pPr marL="0" lvl="0" indent="0" algn="l" defTabSz="457200">
              <a:lnSpc>
                <a:spcPct val="100000"/>
              </a:lnSpc>
            </a:pPr>
            <a:endParaRPr lang="en-US" altLang="en-US" sz="2000">
              <a:latin typeface="Times New Roman"/>
              <a:ea typeface="Times New Roman"/>
            </a:endParaRPr>
          </a:p>
          <a:p>
            <a:pPr marL="0" lvl="0" indent="0" algn="l" defTabSz="457200">
              <a:lnSpc>
                <a:spcPct val="100000"/>
              </a:lnSpc>
            </a:pPr>
            <a:r>
              <a:rPr lang="en-US" altLang="en-US" sz="2000" b="0" i="0" strike="noStrike" spc="0">
                <a:solidFill>
                  <a:srgbClr val="000000"/>
                </a:solidFill>
                <a:latin typeface="Times New Roman"/>
                <a:ea typeface="Times New Roman"/>
              </a:rPr>
              <a:t>6 do the comparison </a:t>
            </a:r>
            <a:r>
              <a:rPr lang="en-US" altLang="en-US" sz="2000" b="0" i="0" strike="noStrike" spc="0">
                <a:solidFill>
                  <a:srgbClr val="000000"/>
                </a:solidFill>
                <a:latin typeface="Times New Roman"/>
                <a:ea typeface="Times New Roman"/>
              </a:rPr>
              <a:t>of the results</a:t>
            </a:r>
            <a:r>
              <a:rPr lang="en-US" altLang="en-US" sz="2000" b="0" i="0" strike="noStrike" spc="0">
                <a:solidFill>
                  <a:srgbClr val="000000"/>
                </a:solidFill>
                <a:latin typeface="Times New Roman"/>
                <a:ea typeface="Times New Roman"/>
              </a:rPr>
              <a:t> between clas</a:t>
            </a:r>
            <a:r>
              <a:rPr lang="en-US" altLang="en-US" sz="2000">
                <a:latin typeface="Times New Roman"/>
                <a:ea typeface="Times New Roman"/>
              </a:rPr>
              <a:t>sical and innovative algorithms, and give our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p:blipFill>
        <p:spPr>
          <a:xfrm>
            <a:off x="1216830" y="1836615"/>
            <a:ext cx="3272781" cy="3712308"/>
          </a:xfrm>
          <a:prstGeom prst="rect">
            <a:avLst/>
          </a:prstGeom>
        </p:spPr>
      </p:pic>
      <p:sp>
        <p:nvSpPr>
          <p:cNvPr id="5" name="文本框 4"/>
          <p:cNvSpPr txBox="1"/>
          <p:nvPr/>
        </p:nvSpPr>
        <p:spPr>
          <a:xfrm>
            <a:off x="1216830" y="1074080"/>
            <a:ext cx="7899400" cy="717550"/>
          </a:xfrm>
          <a:prstGeom prst="rect">
            <a:avLst/>
          </a:prstGeom>
          <a:ln w="12700">
            <a:prstDash val="solid"/>
            <a:miter/>
          </a:ln>
        </p:spPr>
        <p:txBody>
          <a:bodyPr>
            <a:spAutoFit/>
          </a:bodyPr>
          <a:lstStyle/>
          <a:p>
            <a:pPr lvl="0"/>
            <a:r>
              <a:rPr lang="en-US" altLang="en-US" sz="3200">
                <a:latin typeface="Times New Roman"/>
                <a:ea typeface="Times New Roman"/>
              </a:rPr>
              <a:t>Original image and noisy image</a:t>
            </a:r>
          </a:p>
        </p:txBody>
      </p:sp>
      <p:pic>
        <p:nvPicPr>
          <p:cNvPr id="6" name="图片 5"/>
          <p:cNvPicPr>
            <a:picLocks noChangeAspect="1"/>
          </p:cNvPicPr>
          <p:nvPr/>
        </p:nvPicPr>
        <p:blipFill>
          <a:blip r:embed="rId3"/>
          <a:stretch/>
        </p:blipFill>
        <p:spPr>
          <a:xfrm>
            <a:off x="4636198" y="1738923"/>
            <a:ext cx="3489011" cy="3810000"/>
          </a:xfrm>
          <a:prstGeom prst="rect">
            <a:avLst/>
          </a:prstGeom>
        </p:spPr>
      </p:pic>
      <p:sp>
        <p:nvSpPr>
          <p:cNvPr id="7" name="文本框 6"/>
          <p:cNvSpPr txBox="1"/>
          <p:nvPr/>
        </p:nvSpPr>
        <p:spPr>
          <a:xfrm>
            <a:off x="5593934" y="5802923"/>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20.18</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0.3469</a:t>
            </a:r>
          </a:p>
        </p:txBody>
      </p:sp>
      <p:sp>
        <p:nvSpPr>
          <p:cNvPr id="8" name="文本框 7"/>
          <p:cNvSpPr txBox="1"/>
          <p:nvPr/>
        </p:nvSpPr>
        <p:spPr>
          <a:xfrm>
            <a:off x="8883041" y="2171178"/>
            <a:ext cx="2863850" cy="1517650"/>
          </a:xfrm>
          <a:prstGeom prst="rect">
            <a:avLst/>
          </a:prstGeom>
          <a:ln w="12700">
            <a:prstDash val="solid"/>
            <a:miter/>
          </a:ln>
        </p:spPr>
        <p:txBody>
          <a:bodyPr>
            <a:spAutoFit/>
          </a:bodyPr>
          <a:lstStyle/>
          <a:p>
            <a:pPr lvl="0"/>
            <a:r>
              <a:rPr lang="en-US" altLang="en-US">
                <a:latin typeface="Times New Roman"/>
                <a:ea typeface="Times New Roman"/>
              </a:rPr>
              <a:t>Noise category:</a:t>
            </a:r>
          </a:p>
          <a:p>
            <a:pPr lvl="0"/>
            <a:r>
              <a:rPr lang="en-US" altLang="en-US">
                <a:latin typeface="Times New Roman"/>
                <a:ea typeface="Times New Roman"/>
              </a:rPr>
              <a:t>moire pattern,</a:t>
            </a:r>
          </a:p>
          <a:p>
            <a:pPr lvl="0"/>
            <a:r>
              <a:rPr lang="en-US" altLang="en-US">
                <a:latin typeface="Times New Roman"/>
                <a:ea typeface="Times New Roman"/>
              </a:rPr>
              <a:t>sine periodic noise,</a:t>
            </a:r>
          </a:p>
          <a:p>
            <a:pPr lvl="0"/>
            <a:r>
              <a:rPr lang="en-US" altLang="en-US">
                <a:latin typeface="Times New Roman"/>
                <a:ea typeface="Times New Roman"/>
              </a:rPr>
              <a:t>additive gaussian noise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32000" y="5531692"/>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24.73</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0.5151</a:t>
            </a:r>
          </a:p>
        </p:txBody>
      </p:sp>
      <p:pic>
        <p:nvPicPr>
          <p:cNvPr id="5" name="图片 4"/>
          <p:cNvPicPr>
            <a:picLocks noChangeAspect="1"/>
          </p:cNvPicPr>
          <p:nvPr/>
        </p:nvPicPr>
        <p:blipFill>
          <a:blip r:embed="rId3"/>
          <a:stretch/>
        </p:blipFill>
        <p:spPr>
          <a:xfrm>
            <a:off x="927397" y="1061272"/>
            <a:ext cx="3547080" cy="3979651"/>
          </a:xfrm>
          <a:prstGeom prst="rect">
            <a:avLst/>
          </a:prstGeom>
        </p:spPr>
      </p:pic>
      <p:sp>
        <p:nvSpPr>
          <p:cNvPr id="7" name="文本框 6"/>
          <p:cNvSpPr txBox="1"/>
          <p:nvPr/>
        </p:nvSpPr>
        <p:spPr>
          <a:xfrm>
            <a:off x="5981077" y="5531692"/>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24.13</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0.5996</a:t>
            </a:r>
          </a:p>
        </p:txBody>
      </p:sp>
      <p:pic>
        <p:nvPicPr>
          <p:cNvPr id="8" name="图片 7"/>
          <p:cNvPicPr>
            <a:picLocks noChangeAspect="1"/>
          </p:cNvPicPr>
          <p:nvPr/>
        </p:nvPicPr>
        <p:blipFill>
          <a:blip r:embed="rId4"/>
          <a:stretch/>
        </p:blipFill>
        <p:spPr>
          <a:xfrm>
            <a:off x="8478286" y="1061272"/>
            <a:ext cx="3475034" cy="3905534"/>
          </a:xfrm>
          <a:prstGeom prst="rect">
            <a:avLst/>
          </a:prstGeom>
        </p:spPr>
      </p:pic>
      <p:sp>
        <p:nvSpPr>
          <p:cNvPr id="9" name="文本框 8"/>
          <p:cNvSpPr txBox="1"/>
          <p:nvPr/>
        </p:nvSpPr>
        <p:spPr>
          <a:xfrm>
            <a:off x="9517538" y="5531692"/>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23.14</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0.6451</a:t>
            </a:r>
          </a:p>
        </p:txBody>
      </p:sp>
      <p:sp>
        <p:nvSpPr>
          <p:cNvPr id="10" name="文本框 9"/>
          <p:cNvSpPr txBox="1"/>
          <p:nvPr/>
        </p:nvSpPr>
        <p:spPr>
          <a:xfrm rot="0" flipH="0" flipV="0">
            <a:off x="1771554" y="489772"/>
            <a:ext cx="9642324" cy="571500"/>
          </a:xfrm>
          <a:prstGeom prst="rect">
            <a:avLst/>
          </a:prstGeom>
          <a:ln w="12700">
            <a:prstDash val="solid"/>
            <a:miter/>
          </a:ln>
        </p:spPr>
        <p:txBody>
          <a:bodyPr>
            <a:spAutoFit/>
          </a:bodyPr>
          <a:lstStyle/>
          <a:p>
            <a:pPr lvl="0"/>
            <a:r>
              <a:rPr lang="en-US" altLang="en-US" sz="3200">
                <a:latin typeface="Times New Roman"/>
                <a:ea typeface="Times New Roman"/>
              </a:rPr>
              <a:t>Restored results of classical algorithms in spatial domain</a:t>
            </a:r>
          </a:p>
        </p:txBody>
      </p:sp>
      <p:pic>
        <p:nvPicPr>
          <p:cNvPr id="11" name=""/>
          <p:cNvPicPr>
            <a:picLocks noChangeAspect="1"/>
          </p:cNvPicPr>
          <p:nvPr/>
        </p:nvPicPr>
        <p:blipFill>
          <a:blip r:embed="rId2"/>
          <a:stretch/>
        </p:blipFill>
        <p:spPr>
          <a:xfrm rot="0" flipH="0" flipV="0">
            <a:off x="4615473" y="1061272"/>
            <a:ext cx="3757577" cy="39428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p:blipFill>
        <p:spPr>
          <a:xfrm>
            <a:off x="595923" y="857738"/>
            <a:ext cx="3596421" cy="4116754"/>
          </a:xfrm>
          <a:prstGeom prst="rect">
            <a:avLst/>
          </a:prstGeom>
        </p:spPr>
      </p:pic>
      <p:pic>
        <p:nvPicPr>
          <p:cNvPr id="5" name="图片 4"/>
          <p:cNvPicPr>
            <a:picLocks noChangeAspect="1"/>
          </p:cNvPicPr>
          <p:nvPr/>
        </p:nvPicPr>
        <p:blipFill>
          <a:blip r:embed="rId3"/>
          <a:stretch/>
        </p:blipFill>
        <p:spPr>
          <a:xfrm rot="0" flipH="0" flipV="0">
            <a:off x="4192344" y="857738"/>
            <a:ext cx="3633508" cy="4116754"/>
          </a:xfrm>
          <a:prstGeom prst="rect">
            <a:avLst/>
          </a:prstGeom>
        </p:spPr>
      </p:pic>
      <p:pic>
        <p:nvPicPr>
          <p:cNvPr id="6" name="图片 5"/>
          <p:cNvPicPr>
            <a:picLocks noChangeAspect="1"/>
          </p:cNvPicPr>
          <p:nvPr/>
        </p:nvPicPr>
        <p:blipFill>
          <a:blip r:embed="rId4"/>
          <a:stretch/>
        </p:blipFill>
        <p:spPr>
          <a:xfrm rot="0" flipH="0" flipV="0">
            <a:off x="7744511" y="857738"/>
            <a:ext cx="3656266" cy="4116754"/>
          </a:xfrm>
          <a:prstGeom prst="rect">
            <a:avLst/>
          </a:prstGeom>
        </p:spPr>
      </p:pic>
      <p:sp>
        <p:nvSpPr>
          <p:cNvPr id="7" name="文本框 6"/>
          <p:cNvSpPr txBox="1"/>
          <p:nvPr/>
        </p:nvSpPr>
        <p:spPr>
          <a:xfrm rot="0" flipH="0" flipV="0">
            <a:off x="1695194" y="5313978"/>
            <a:ext cx="1803400" cy="806450"/>
          </a:xfrm>
          <a:prstGeom prst="rect">
            <a:avLst/>
          </a:prstGeom>
          <a:ln w="12700">
            <a:prstDash val="solid"/>
            <a:miter/>
          </a:ln>
        </p:spPr>
        <p:txBody>
          <a:bodyPr>
            <a:spAutoFit/>
          </a:bodyPr>
          <a:lstStyle/>
          <a:p>
            <a:pPr lvl="0"/>
            <a:r>
              <a:rPr lang="en-US" altLang="en-US">
                <a:latin typeface="Times New Roman"/>
                <a:ea typeface="Times New Roman"/>
              </a:rPr>
              <a:t>PSNR: 10.75</a:t>
            </a:r>
          </a:p>
          <a:p>
            <a:pPr lvl="0"/>
            <a:r>
              <a:rPr lang="en-US" altLang="en-US">
                <a:latin typeface="Times New Roman"/>
                <a:ea typeface="Times New Roman"/>
              </a:rPr>
              <a:t>SSIM: 0.0442</a:t>
            </a:r>
          </a:p>
        </p:txBody>
      </p:sp>
      <p:sp>
        <p:nvSpPr>
          <p:cNvPr id="8" name="文本框 7"/>
          <p:cNvSpPr txBox="1"/>
          <p:nvPr/>
        </p:nvSpPr>
        <p:spPr>
          <a:xfrm rot="0" flipH="0" flipV="0">
            <a:off x="8265149" y="5313978"/>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21.40</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0.8176</a:t>
            </a:r>
          </a:p>
        </p:txBody>
      </p:sp>
      <p:sp>
        <p:nvSpPr>
          <p:cNvPr id="9" name="文本框 8"/>
          <p:cNvSpPr txBox="1"/>
          <p:nvPr/>
        </p:nvSpPr>
        <p:spPr>
          <a:xfrm rot="0" flipH="0" flipV="0">
            <a:off x="5380966" y="5313978"/>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9.98</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0.0028</a:t>
            </a:r>
          </a:p>
        </p:txBody>
      </p:sp>
      <p:sp>
        <p:nvSpPr>
          <p:cNvPr id="10" name="文本框 9"/>
          <p:cNvSpPr txBox="1"/>
          <p:nvPr/>
        </p:nvSpPr>
        <p:spPr>
          <a:xfrm rot="0" flipH="0" flipV="0">
            <a:off x="872364" y="140188"/>
            <a:ext cx="10020300" cy="571500"/>
          </a:xfrm>
          <a:prstGeom prst="rect">
            <a:avLst/>
          </a:prstGeom>
          <a:ln w="12700">
            <a:prstDash val="solid"/>
            <a:miter/>
          </a:ln>
        </p:spPr>
        <p:txBody>
          <a:bodyPr>
            <a:spAutoFit/>
          </a:bodyPr>
          <a:lstStyle/>
          <a:p>
            <a:pPr lvl="0"/>
            <a:r>
              <a:rPr lang="en-US" altLang="en-US" sz="3200">
                <a:latin typeface="Times New Roman"/>
                <a:ea typeface="Times New Roman"/>
              </a:rPr>
              <a:t>Restored results of classical algorithms in frequency domain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8769" y="409819"/>
            <a:ext cx="8426450" cy="717550"/>
          </a:xfrm>
        </p:spPr>
        <p:txBody>
          <a:bodyPr>
            <a:spAutoFit/>
          </a:bodyPr>
          <a:lstStyle/>
          <a:p>
            <a:pPr lvl="0"/>
            <a:r>
              <a:rPr lang="en-US" altLang="en-US" sz="3200">
                <a:latin typeface="Times New Roman"/>
                <a:ea typeface="Times New Roman"/>
              </a:rPr>
              <a:t>Innovitive algorithm based on the notch filter</a:t>
            </a:r>
          </a:p>
        </p:txBody>
      </p:sp>
      <p:pic>
        <p:nvPicPr>
          <p:cNvPr id="5" name="图片 4"/>
          <p:cNvPicPr>
            <a:picLocks noChangeAspect="1"/>
          </p:cNvPicPr>
          <p:nvPr/>
        </p:nvPicPr>
        <p:blipFill>
          <a:blip r:embed="rId3"/>
          <a:stretch/>
        </p:blipFill>
        <p:spPr>
          <a:xfrm rot="0" flipH="0" flipV="0">
            <a:off x="3871328" y="1281960"/>
            <a:ext cx="3622344" cy="3927231"/>
          </a:xfrm>
          <a:prstGeom prst="rect">
            <a:avLst/>
          </a:prstGeom>
        </p:spPr>
      </p:pic>
      <p:pic>
        <p:nvPicPr>
          <p:cNvPr id="6" name="图片 5"/>
          <p:cNvPicPr>
            <a:picLocks noChangeAspect="1"/>
          </p:cNvPicPr>
          <p:nvPr/>
        </p:nvPicPr>
        <p:blipFill>
          <a:blip r:embed="rId4"/>
          <a:stretch/>
        </p:blipFill>
        <p:spPr>
          <a:xfrm rot="0" flipH="0" flipV="0">
            <a:off x="7817449" y="1330774"/>
            <a:ext cx="3653692" cy="3829602"/>
          </a:xfrm>
          <a:prstGeom prst="rect">
            <a:avLst/>
          </a:prstGeom>
        </p:spPr>
      </p:pic>
      <p:sp>
        <p:nvSpPr>
          <p:cNvPr id="7" name="文本框 6"/>
          <p:cNvSpPr txBox="1"/>
          <p:nvPr/>
        </p:nvSpPr>
        <p:spPr>
          <a:xfrm rot="0" flipH="0" flipV="0">
            <a:off x="4396980" y="5424368"/>
            <a:ext cx="1809750" cy="80010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16.95</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0.4377</a:t>
            </a:r>
          </a:p>
        </p:txBody>
      </p:sp>
      <p:sp>
        <p:nvSpPr>
          <p:cNvPr id="8" name="文本框 7"/>
          <p:cNvSpPr txBox="1"/>
          <p:nvPr/>
        </p:nvSpPr>
        <p:spPr>
          <a:xfrm rot="0" flipH="0" flipV="0">
            <a:off x="8347433" y="5478030"/>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10.03</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0.0092</a:t>
            </a:r>
          </a:p>
        </p:txBody>
      </p:sp>
      <p:pic>
        <p:nvPicPr>
          <p:cNvPr id="9" name="图片 5"/>
          <p:cNvPicPr>
            <a:picLocks noChangeAspect="1"/>
          </p:cNvPicPr>
          <p:nvPr/>
        </p:nvPicPr>
        <p:blipFill>
          <a:blip r:embed="rId2"/>
          <a:stretch/>
        </p:blipFill>
        <p:spPr>
          <a:xfrm rot="0" flipH="0" flipV="0">
            <a:off x="348509" y="1193876"/>
            <a:ext cx="3522820" cy="3966500"/>
          </a:xfrm>
          <a:prstGeom prst="rect">
            <a:avLst/>
          </a:prstGeom>
        </p:spPr>
      </p:pic>
      <p:sp>
        <p:nvSpPr>
          <p:cNvPr id="10" name="文本框 7"/>
          <p:cNvSpPr txBox="1"/>
          <p:nvPr/>
        </p:nvSpPr>
        <p:spPr>
          <a:xfrm rot="0" flipH="0" flipV="0">
            <a:off x="1208218" y="5418018"/>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21.40</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0.8176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8769" y="409819"/>
            <a:ext cx="9779000" cy="717550"/>
          </a:xfrm>
        </p:spPr>
        <p:txBody>
          <a:bodyPr>
            <a:spAutoFit/>
          </a:bodyPr>
          <a:lstStyle/>
          <a:p>
            <a:pPr lvl="0"/>
            <a:r>
              <a:rPr lang="en-US" altLang="en-US" sz="3200">
                <a:latin typeface="Times New Roman"/>
                <a:ea typeface="Times New Roman"/>
              </a:rPr>
              <a:t>Innovitive algorithm based on spatial domain filters</a:t>
            </a:r>
          </a:p>
        </p:txBody>
      </p:sp>
      <p:pic>
        <p:nvPicPr>
          <p:cNvPr id="5" name="图片 4"/>
          <p:cNvPicPr>
            <a:picLocks noChangeAspect="1"/>
          </p:cNvPicPr>
          <p:nvPr/>
        </p:nvPicPr>
        <p:blipFill>
          <a:blip r:embed="rId4"/>
          <a:stretch/>
        </p:blipFill>
        <p:spPr>
          <a:xfrm rot="0" flipH="0" flipV="0">
            <a:off x="5310488" y="983517"/>
            <a:ext cx="2562084" cy="2805164"/>
          </a:xfrm>
          <a:prstGeom prst="rect">
            <a:avLst/>
          </a:prstGeom>
        </p:spPr>
      </p:pic>
      <p:pic>
        <p:nvPicPr>
          <p:cNvPr id="7" name="图片 6"/>
          <p:cNvPicPr>
            <a:picLocks noChangeAspect="1"/>
          </p:cNvPicPr>
          <p:nvPr/>
        </p:nvPicPr>
        <p:blipFill>
          <a:blip r:embed="rId5"/>
          <a:stretch/>
        </p:blipFill>
        <p:spPr>
          <a:xfrm rot="0" flipH="0" flipV="0">
            <a:off x="5310488" y="3886374"/>
            <a:ext cx="2562084" cy="2838461"/>
          </a:xfrm>
          <a:prstGeom prst="rect">
            <a:avLst/>
          </a:prstGeom>
        </p:spPr>
      </p:pic>
      <p:sp>
        <p:nvSpPr>
          <p:cNvPr id="8" name="文本框 7"/>
          <p:cNvSpPr txBox="1"/>
          <p:nvPr/>
        </p:nvSpPr>
        <p:spPr>
          <a:xfrm rot="0" flipH="0" flipV="0">
            <a:off x="8359372" y="1740491"/>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19.41</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0.6034</a:t>
            </a:r>
          </a:p>
        </p:txBody>
      </p:sp>
      <p:sp>
        <p:nvSpPr>
          <p:cNvPr id="9" name="文本框 8"/>
          <p:cNvSpPr txBox="1"/>
          <p:nvPr/>
        </p:nvSpPr>
        <p:spPr>
          <a:xfrm rot="0" flipH="0" flipV="0">
            <a:off x="393078" y="5014242"/>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10.03</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0.0087</a:t>
            </a:r>
          </a:p>
        </p:txBody>
      </p:sp>
      <p:sp>
        <p:nvSpPr>
          <p:cNvPr id="10" name="文本框 9"/>
          <p:cNvSpPr txBox="1"/>
          <p:nvPr/>
        </p:nvSpPr>
        <p:spPr>
          <a:xfrm rot="0" flipH="0" flipV="0">
            <a:off x="8359372" y="4667923"/>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19.82</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0.6257</a:t>
            </a:r>
          </a:p>
        </p:txBody>
      </p:sp>
      <p:pic>
        <p:nvPicPr>
          <p:cNvPr id="11" name=""/>
          <p:cNvPicPr>
            <a:picLocks noChangeAspect="1"/>
          </p:cNvPicPr>
          <p:nvPr/>
        </p:nvPicPr>
        <p:blipFill>
          <a:blip r:embed="rId2"/>
          <a:stretch/>
        </p:blipFill>
        <p:spPr>
          <a:xfrm rot="0" flipH="0" flipV="0">
            <a:off x="2356455" y="3886374"/>
            <a:ext cx="2547759" cy="2838461"/>
          </a:xfrm>
          <a:prstGeom prst="rect">
            <a:avLst/>
          </a:prstGeom>
        </p:spPr>
      </p:pic>
      <p:pic>
        <p:nvPicPr>
          <p:cNvPr id="12" name="图片 7"/>
          <p:cNvPicPr>
            <a:picLocks noChangeAspect="1"/>
          </p:cNvPicPr>
          <p:nvPr/>
        </p:nvPicPr>
        <p:blipFill>
          <a:blip r:embed="rId3"/>
          <a:stretch/>
        </p:blipFill>
        <p:spPr>
          <a:xfrm rot="0" flipH="0" flipV="0">
            <a:off x="2356455" y="983517"/>
            <a:ext cx="2492717" cy="2805164"/>
          </a:xfrm>
          <a:prstGeom prst="rect">
            <a:avLst/>
          </a:prstGeom>
        </p:spPr>
      </p:pic>
      <p:sp>
        <p:nvSpPr>
          <p:cNvPr id="13" name="文本框 7"/>
          <p:cNvSpPr txBox="1"/>
          <p:nvPr/>
        </p:nvSpPr>
        <p:spPr>
          <a:xfrm rot="0" flipH="0" flipV="0">
            <a:off x="647077" y="1838923"/>
            <a:ext cx="1803400" cy="806450"/>
          </a:xfrm>
          <a:prstGeom prst="rect">
            <a:avLst/>
          </a:prstGeom>
          <a:ln w="12700">
            <a:prstDash val="solid"/>
            <a:miter/>
          </a:ln>
        </p:spPr>
        <p:txBody>
          <a:bodyPr>
            <a:spAutoFit/>
          </a:bodyPr>
          <a:lstStyle/>
          <a:p>
            <a:pPr lvl="0"/>
            <a:r>
              <a:rPr lang="en-US" altLang="en-US">
                <a:latin typeface="Times New Roman"/>
                <a:ea typeface="Times New Roman"/>
              </a:rPr>
              <a:t>PSNR: </a:t>
            </a:r>
            <a:r>
              <a:rPr lang="en-US" altLang="en-US">
                <a:solidFill>
                  <a:srgbClr val="000000"/>
                </a:solidFill>
                <a:highlight>
                  <a:srgbClr val="FFFFFF"/>
                </a:highlight>
                <a:latin typeface="Times New Roman"/>
                <a:ea typeface="Times New Roman"/>
              </a:rPr>
              <a:t>21.40</a:t>
            </a:r>
          </a:p>
          <a:p>
            <a:pPr lvl="0"/>
            <a:r>
              <a:rPr lang="en-US" altLang="en-US">
                <a:latin typeface="Times New Roman"/>
                <a:ea typeface="Times New Roman"/>
              </a:rPr>
              <a:t>SSIM: </a:t>
            </a:r>
            <a:r>
              <a:rPr lang="en-US" altLang="en-US">
                <a:solidFill>
                  <a:srgbClr val="000000"/>
                </a:solidFill>
                <a:highlight>
                  <a:srgbClr val="FFFFFF"/>
                </a:highlight>
                <a:latin typeface="Times New Roman"/>
                <a:ea typeface="Times New Roman"/>
              </a:rPr>
              <a:t>0.8176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63780" y="611275"/>
            <a:ext cx="5988050" cy="647700"/>
          </a:xfrm>
          <a:prstGeom prst="rect">
            <a:avLst/>
          </a:prstGeom>
          <a:ln w="12700">
            <a:prstDash val="solid"/>
            <a:miter/>
          </a:ln>
        </p:spPr>
        <p:txBody>
          <a:bodyPr>
            <a:spAutoFit/>
          </a:bodyPr>
          <a:lstStyle/>
          <a:p>
            <a:pPr lvl="0" algn="ctr"/>
            <a:r>
              <a:rPr lang="en-US" altLang="en-US" sz="2800">
                <a:latin typeface="Times New Roman"/>
                <a:ea typeface="Times New Roman"/>
              </a:rPr>
              <a:t>Conclusion</a:t>
            </a:r>
          </a:p>
        </p:txBody>
      </p:sp>
      <p:sp>
        <p:nvSpPr>
          <p:cNvPr id="5" name="文本框 4"/>
          <p:cNvSpPr txBox="1"/>
          <p:nvPr/>
        </p:nvSpPr>
        <p:spPr>
          <a:xfrm>
            <a:off x="1517714" y="1322103"/>
            <a:ext cx="9156700" cy="4051300"/>
          </a:xfrm>
          <a:prstGeom prst="rect">
            <a:avLst/>
          </a:prstGeom>
          <a:ln w="12700">
            <a:prstDash val="solid"/>
            <a:miter/>
          </a:ln>
        </p:spPr>
        <p:txBody>
          <a:bodyPr>
            <a:spAutoFit/>
          </a:bodyPr>
          <a:lstStyle/>
          <a:p>
            <a:pPr lvl="0"/>
            <a:r>
              <a:rPr lang="en-US" altLang="en-US" sz="2400">
                <a:latin typeface="Times New Roman"/>
                <a:ea typeface="Times New Roman"/>
              </a:rPr>
              <a:t>One of the innovative algorithms gets good result and the other performs worse than the classical ones. </a:t>
            </a:r>
          </a:p>
          <a:p>
            <a:pPr lvl="0"/>
            <a:endParaRPr lang="en-US" altLang="en-US" sz="2400">
              <a:latin typeface="Times New Roman"/>
              <a:ea typeface="Times New Roman"/>
            </a:endParaRPr>
          </a:p>
          <a:p>
            <a:pPr lvl="0"/>
            <a:r>
              <a:rPr lang="en-US" altLang="en-US" sz="2400">
                <a:latin typeface="Times New Roman"/>
                <a:ea typeface="Times New Roman"/>
              </a:rPr>
              <a:t>The combination of different algorithms with appropriate order is very critical to restore the image with the better result.</a:t>
            </a:r>
          </a:p>
          <a:p>
            <a:pPr lvl="0"/>
            <a:endParaRPr lang="en-US" altLang="en-US" sz="2400">
              <a:latin typeface="Times New Roman"/>
              <a:ea typeface="Times New Roman"/>
            </a:endParaRPr>
          </a:p>
          <a:p>
            <a:pPr lvl="0"/>
            <a:r>
              <a:rPr lang="en-US" altLang="en-US" sz="2400">
                <a:latin typeface="Times New Roman"/>
                <a:ea typeface="Times New Roman"/>
              </a:rPr>
              <a:t>There are still some limitations for our algorithms, and different parameters should be tuned to derive better results for different raw images. Meanwhile, we should also apply different algorithms in face of different kinds of noises.</a:t>
            </a:r>
          </a:p>
          <a:p>
            <a:pPr lvl="0"/>
            <a:endParaRPr lang="en-US" altLang="en-US" sz="2000">
              <a:latin typeface="Times New Roman"/>
              <a:ea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rot="0" flipH="0" flipV="0">
            <a:off x="1448883" y="1382600"/>
            <a:ext cx="8432800" cy="723900"/>
          </a:xfrm>
          <a:prstGeom prst="rect">
            <a:avLst/>
          </a:prstGeom>
          <a:ln w="6350">
            <a:prstDash val="solid"/>
          </a:ln>
        </p:spPr>
        <p:txBody>
          <a:bodyPr>
            <a:spAutoFit/>
          </a:bodyPr>
          <a:lstStyle/>
          <a:p>
            <a:pPr lvl="0" algn="ctr"/>
            <a:r>
              <a:rPr lang="en-US" altLang="en-US" sz="3200">
                <a:latin typeface="Times New Roman"/>
                <a:ea typeface="Times New Roman"/>
              </a:rPr>
              <a:t>Thanks for your listening! </a:t>
            </a:r>
          </a:p>
        </p:txBody>
      </p:sp>
      <p:sp>
        <p:nvSpPr>
          <p:cNvPr id="5" name=""/>
          <p:cNvSpPr txBox="1"/>
          <p:nvPr/>
        </p:nvSpPr>
        <p:spPr>
          <a:xfrm>
            <a:off x="2908479" y="3391436"/>
            <a:ext cx="8607380" cy="361950"/>
          </a:xfrm>
          <a:prstGeom prst="rect">
            <a:avLst/>
          </a:prstGeom>
          <a:ln w="12700">
            <a:prstDash val="solid"/>
            <a:miter/>
          </a:ln>
        </p:spPr>
        <p:txBody>
          <a:bodyPr>
            <a:spAutoFit/>
          </a:bodyPr>
          <a:lstStyle/>
          <a:p/>
        </p:txBody>
      </p:sp>
      <p:sp>
        <p:nvSpPr>
          <p:cNvPr id="6" name=""/>
          <p:cNvSpPr txBox="1"/>
          <p:nvPr/>
        </p:nvSpPr>
        <p:spPr>
          <a:xfrm rot="0" flipH="0" flipV="0">
            <a:off x="1987878" y="2341706"/>
            <a:ext cx="7677150" cy="641350"/>
          </a:xfrm>
          <a:prstGeom prst="rect">
            <a:avLst/>
          </a:prstGeom>
          <a:ln w="12700">
            <a:prstDash val="solid"/>
            <a:miter/>
          </a:ln>
        </p:spPr>
        <p:txBody>
          <a:bodyPr>
            <a:spAutoFit/>
          </a:bodyPr>
          <a:lstStyle/>
          <a:p>
            <a:pPr lvl="0" algn="ctr"/>
            <a:r>
              <a:rPr lang="en-US" altLang="en-US" sz="3600">
                <a:latin typeface="Times New Roman"/>
                <a:ea typeface="Times New Roman"/>
              </a:rPr>
              <a:t>Q&amp;A</a:t>
            </a:r>
          </a:p>
        </p:txBody>
      </p:sp>
    </p:spTree>
  </p:cSld>
  <p:clrMapOvr>
    <a:masterClrMapping/>
  </p:clrMapOvr>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0</TotalTime>
  <Words>467</Words>
  <Application>Microsoft Office PowerPoint</Application>
  <PresentationFormat>宽屏</PresentationFormat>
  <Paragraphs>64</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Arial</vt:lpstr>
      <vt:lpstr>Times New Roman</vt:lpstr>
      <vt:lpstr>Trebuchet MS</vt:lpstr>
      <vt:lpstr>Wingdings 3</vt:lpstr>
      <vt:lpstr>平面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T137532</dc:creator>
  <cp:lastModifiedBy>Yi Lu (SDS, 121090386)</cp:lastModifiedBy>
  <cp:revision>2</cp:revision>
  <dcterms:created xsi:type="dcterms:W3CDTF">2022-12-22T07:09:10Z</dcterms:created>
  <dcterms:modified xsi:type="dcterms:W3CDTF">2023-07-22T11:43:18Z</dcterms:modified>
</cp:coreProperties>
</file>