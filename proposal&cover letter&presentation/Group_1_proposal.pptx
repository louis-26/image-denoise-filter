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63"/>
  </p:normalViewPr>
  <p:slideViewPr>
    <p:cSldViewPr snapToGrid="0" snapToObjects="1">
      <p:cViewPr varScale="1">
        <p:scale>
          <a:sx n="95" d="100"/>
          <a:sy n="95" d="100"/>
        </p:scale>
        <p:origin x="99" y="4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6D9E3-9124-C343-B2F8-791E14F3349F}"/>
              </a:ext>
            </a:extLst>
          </p:cNvPr>
          <p:cNvSpPr>
            <a:spLocks noGrp="1"/>
          </p:cNvSpPr>
          <p:nvPr>
            <p:ph type="ctrTitle"/>
          </p:nvPr>
        </p:nvSpPr>
        <p:spPr>
          <a:xfrm>
            <a:off x="1524000" y="1122363"/>
            <a:ext cx="9144000" cy="2387600"/>
          </a:xfrm>
        </p:spPr>
        <p:txBody>
          <a:bodyPr anchor="b"/>
          <a:lstStyle>
            <a:lvl1pPr lvl="0" algn="ctr">
              <a:defRPr sz="6000"/>
            </a:lvl1pPr>
          </a:lstStyle>
          <a:p>
            <a:r>
              <a:rPr lang="en-US" altLang="en-US"/>
              <a:t>Click to edit Master title style</a:t>
            </a:r>
          </a:p>
        </p:txBody>
      </p:sp>
      <p:sp>
        <p:nvSpPr>
          <p:cNvPr id="3" name="Subtitle 2">
            <a:extLst>
              <a:ext uri="{FF2B5EF4-FFF2-40B4-BE49-F238E27FC236}">
                <a16:creationId xmlns:a16="http://schemas.microsoft.com/office/drawing/2014/main" id="{F9A2B89E-A8C3-2A4E-906E-92CCC2B7E5E4}"/>
              </a:ext>
            </a:extLst>
          </p:cNvPr>
          <p:cNvSpPr>
            <a:spLocks noGrp="1"/>
          </p:cNvSpPr>
          <p:nvPr>
            <p:ph type="subTitle" idx="1"/>
          </p:nvPr>
        </p:nvSpPr>
        <p:spPr>
          <a:xfrm>
            <a:off x="1524000" y="3602038"/>
            <a:ext cx="9144000" cy="1655762"/>
          </a:xfrm>
        </p:spPr>
        <p:txBody>
          <a:bodyPr/>
          <a:lstStyle>
            <a:lvl1pPr marL="0" lvl="0" indent="0" algn="ctr">
              <a:buNone/>
              <a:defRPr sz="2400"/>
            </a:lvl1pPr>
            <a:lvl2pPr marL="457200" lvl="1" indent="0" algn="ctr">
              <a:buNone/>
              <a:defRPr sz="2000"/>
            </a:lvl2pPr>
            <a:lvl3pPr marL="914400" lvl="2" indent="0" algn="ctr">
              <a:buNone/>
              <a:defRPr sz="1800"/>
            </a:lvl3pPr>
            <a:lvl4pPr marL="1371600" lvl="3" indent="0" algn="ctr">
              <a:buNone/>
              <a:defRPr sz="1600"/>
            </a:lvl4pPr>
            <a:lvl5pPr marL="1828800" lvl="4" indent="0" algn="ctr">
              <a:buNone/>
              <a:defRPr sz="1600"/>
            </a:lvl5pPr>
            <a:lvl6pPr marL="2286000" lvl="5" indent="0" algn="ctr">
              <a:buNone/>
              <a:defRPr sz="1600"/>
            </a:lvl6pPr>
            <a:lvl7pPr marL="2743200" lvl="6" indent="0" algn="ctr">
              <a:buNone/>
              <a:defRPr sz="1600"/>
            </a:lvl7pPr>
            <a:lvl8pPr marL="3200400" lvl="7" indent="0" algn="ctr">
              <a:buNone/>
              <a:defRPr sz="1600"/>
            </a:lvl8pPr>
            <a:lvl9pPr marL="3657600" lvl="8" indent="0" algn="ctr">
              <a:buNone/>
              <a:defRPr sz="1600"/>
            </a:lvl9pPr>
          </a:lstStyle>
          <a:p>
            <a:r>
              <a:rPr lang="en-US" altLang="en-US"/>
              <a:t>Click to edit Master subtitle style</a:t>
            </a:r>
          </a:p>
        </p:txBody>
      </p:sp>
      <p:sp>
        <p:nvSpPr>
          <p:cNvPr id="4" name="Date Placeholder 3">
            <a:extLst>
              <a:ext uri="{FF2B5EF4-FFF2-40B4-BE49-F238E27FC236}">
                <a16:creationId xmlns:a16="http://schemas.microsoft.com/office/drawing/2014/main" id="{FD7E446A-3BA1-D446-A30A-C64CD6DE56DB}"/>
              </a:ext>
            </a:extLst>
          </p:cNvPr>
          <p:cNvSpPr>
            <a:spLocks noGrp="1"/>
          </p:cNvSpPr>
          <p:nvPr>
            <p:ph type="dt" idx="10"/>
          </p:nvPr>
        </p:nvSpPr>
        <p:spPr/>
        <p:txBody>
          <a:bodyPr/>
          <a:lstStyle/>
          <a:p>
            <a:fld id="{3A1F2CC4-57A2-464E-A596-8B14DA851615}" type="datetimeFigureOut">
              <a:rPr lang="en-US" altLang="en-US"/>
              <a:t>7/9/2023</a:t>
            </a:fld>
            <a:endParaRPr lang="en-US" altLang="en-US"/>
          </a:p>
        </p:txBody>
      </p:sp>
      <p:sp>
        <p:nvSpPr>
          <p:cNvPr id="5" name="Footer Placeholder 4">
            <a:extLst>
              <a:ext uri="{FF2B5EF4-FFF2-40B4-BE49-F238E27FC236}">
                <a16:creationId xmlns:a16="http://schemas.microsoft.com/office/drawing/2014/main" id="{55359DAE-06C9-BF40-B180-1D18826C685E}"/>
              </a:ext>
            </a:extLst>
          </p:cNvPr>
          <p:cNvSpPr>
            <a:spLocks noGrp="1"/>
          </p:cNvSpPr>
          <p:nvPr>
            <p:ph type="ftr" idx="11"/>
          </p:nvPr>
        </p:nvSpPr>
        <p:spPr/>
        <p:txBody>
          <a:bodyPr/>
          <a:lstStyle/>
          <a:p>
            <a:endParaRPr lang="en-US" altLang="en-US"/>
          </a:p>
        </p:txBody>
      </p:sp>
      <p:sp>
        <p:nvSpPr>
          <p:cNvPr id="6" name="Slide Number Placeholder 5">
            <a:extLst>
              <a:ext uri="{FF2B5EF4-FFF2-40B4-BE49-F238E27FC236}">
                <a16:creationId xmlns:a16="http://schemas.microsoft.com/office/drawing/2014/main" id="{721BAB30-38BB-154B-8A89-9189FA178CD1}"/>
              </a:ext>
            </a:extLst>
          </p:cNvPr>
          <p:cNvSpPr>
            <a:spLocks noGrp="1"/>
          </p:cNvSpPr>
          <p:nvPr>
            <p:ph type="sldNum" idx="12"/>
          </p:nvPr>
        </p:nvSpPr>
        <p:spPr/>
        <p:txBody>
          <a:bodyPr/>
          <a:lstStyle/>
          <a:p>
            <a:fld id="{5ECD4E17-22BA-4F43-89FF-F2CC561453BA}" type="slidenum">
              <a:rPr lang="en-US" altLang="en-US"/>
              <a:t>‹#›</a:t>
            </a:fld>
            <a:endParaRPr lang="en-US" altLang="en-US"/>
          </a:p>
        </p:txBody>
      </p:sp>
    </p:spTree>
    <p:extLst>
      <p:ext uri="{BB962C8B-B14F-4D97-AF65-F5344CB8AC3E}">
        <p14:creationId xmlns:p14="http://schemas.microsoft.com/office/powerpoint/2010/main" val="366569946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A0383-D426-BD4F-A0D7-D09A800F8024}"/>
              </a:ext>
            </a:extLst>
          </p:cNvPr>
          <p:cNvSpPr>
            <a:spLocks noGrp="1"/>
          </p:cNvSpPr>
          <p:nvPr>
            <p:ph type="title"/>
          </p:nvPr>
        </p:nvSpPr>
        <p:spPr/>
        <p:txBody>
          <a:bodyPr/>
          <a:lstStyle/>
          <a:p>
            <a:r>
              <a:rPr lang="en-US" altLang="en-US"/>
              <a:t>Click to edit Master title style</a:t>
            </a:r>
          </a:p>
        </p:txBody>
      </p:sp>
      <p:sp>
        <p:nvSpPr>
          <p:cNvPr id="3" name="Content Placeholder 2">
            <a:extLst>
              <a:ext uri="{FF2B5EF4-FFF2-40B4-BE49-F238E27FC236}">
                <a16:creationId xmlns:a16="http://schemas.microsoft.com/office/drawing/2014/main" id="{F15327F4-763F-9A4C-9EDD-F80D05DA7768}"/>
              </a:ext>
            </a:extLst>
          </p:cNvPr>
          <p:cNvSpPr>
            <a:spLocks noGrp="1"/>
          </p:cNvSpPr>
          <p:nvPr>
            <p:ph idx="1"/>
          </p:nvPr>
        </p:nvSpPr>
        <p:spPr/>
        <p:txBody>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DE899370-CE4A-024F-A46E-7EA42E9102EA}"/>
              </a:ext>
            </a:extLst>
          </p:cNvPr>
          <p:cNvSpPr>
            <a:spLocks noGrp="1"/>
          </p:cNvSpPr>
          <p:nvPr>
            <p:ph type="dt" idx="10"/>
          </p:nvPr>
        </p:nvSpPr>
        <p:spPr/>
        <p:txBody>
          <a:bodyPr/>
          <a:lstStyle/>
          <a:p>
            <a:fld id="{D607C94E-E1EF-4BC4-B9A3-3AA695A09359}" type="datetimeFigureOut">
              <a:rPr lang="en-US" altLang="en-US"/>
              <a:t>7/9/2023</a:t>
            </a:fld>
            <a:endParaRPr lang="en-US" altLang="en-US"/>
          </a:p>
        </p:txBody>
      </p:sp>
      <p:sp>
        <p:nvSpPr>
          <p:cNvPr id="5" name="Footer Placeholder 4">
            <a:extLst>
              <a:ext uri="{FF2B5EF4-FFF2-40B4-BE49-F238E27FC236}">
                <a16:creationId xmlns:a16="http://schemas.microsoft.com/office/drawing/2014/main" id="{FC51117C-3C12-D241-B22E-CE8BC719B380}"/>
              </a:ext>
            </a:extLst>
          </p:cNvPr>
          <p:cNvSpPr>
            <a:spLocks noGrp="1"/>
          </p:cNvSpPr>
          <p:nvPr>
            <p:ph type="ftr" idx="11"/>
          </p:nvPr>
        </p:nvSpPr>
        <p:spPr/>
        <p:txBody>
          <a:bodyPr/>
          <a:lstStyle/>
          <a:p>
            <a:endParaRPr lang="en-US" altLang="en-US"/>
          </a:p>
        </p:txBody>
      </p:sp>
      <p:sp>
        <p:nvSpPr>
          <p:cNvPr id="6" name="Slide Number Placeholder 5">
            <a:extLst>
              <a:ext uri="{FF2B5EF4-FFF2-40B4-BE49-F238E27FC236}">
                <a16:creationId xmlns:a16="http://schemas.microsoft.com/office/drawing/2014/main" id="{354FAEF1-0BC7-1C43-B531-1475580E2C61}"/>
              </a:ext>
            </a:extLst>
          </p:cNvPr>
          <p:cNvSpPr>
            <a:spLocks noGrp="1"/>
          </p:cNvSpPr>
          <p:nvPr>
            <p:ph type="sldNum" idx="12"/>
          </p:nvPr>
        </p:nvSpPr>
        <p:spPr/>
        <p:txBody>
          <a:bodyPr/>
          <a:lstStyle/>
          <a:p>
            <a:fld id="{D880BFAA-CF81-4EE7-A1C3-AC5DEAFB5D1D}" type="slidenum">
              <a:rPr lang="en-US" altLang="en-US"/>
              <a:t>‹#›</a:t>
            </a:fld>
            <a:endParaRPr lang="en-US" altLang="en-US"/>
          </a:p>
        </p:txBody>
      </p:sp>
    </p:spTree>
    <p:extLst>
      <p:ext uri="{BB962C8B-B14F-4D97-AF65-F5344CB8AC3E}">
        <p14:creationId xmlns:p14="http://schemas.microsoft.com/office/powerpoint/2010/main" val="3883739240"/>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73022-D78E-4E49-91F1-339545083BC5}"/>
              </a:ext>
            </a:extLst>
          </p:cNvPr>
          <p:cNvSpPr>
            <a:spLocks noGrp="1"/>
          </p:cNvSpPr>
          <p:nvPr>
            <p:ph type="title"/>
          </p:nvPr>
        </p:nvSpPr>
        <p:spPr>
          <a:xfrm>
            <a:off x="831850" y="1709738"/>
            <a:ext cx="10515600" cy="2852737"/>
          </a:xfrm>
        </p:spPr>
        <p:txBody>
          <a:bodyPr anchor="b"/>
          <a:lstStyle>
            <a:lvl1pPr lvl="0">
              <a:defRPr sz="6000"/>
            </a:lvl1pPr>
          </a:lstStyle>
          <a:p>
            <a:r>
              <a:rPr lang="en-US" altLang="en-US"/>
              <a:t>Click to edit Master title style</a:t>
            </a:r>
          </a:p>
        </p:txBody>
      </p:sp>
      <p:sp>
        <p:nvSpPr>
          <p:cNvPr id="3" name="Text Placeholder 2">
            <a:extLst>
              <a:ext uri="{FF2B5EF4-FFF2-40B4-BE49-F238E27FC236}">
                <a16:creationId xmlns:a16="http://schemas.microsoft.com/office/drawing/2014/main" id="{59A7C8AB-C6D9-F04C-BF9E-5A0B7C23512C}"/>
              </a:ext>
            </a:extLst>
          </p:cNvPr>
          <p:cNvSpPr>
            <a:spLocks noGrp="1"/>
          </p:cNvSpPr>
          <p:nvPr>
            <p:ph type="body" idx="1"/>
          </p:nvPr>
        </p:nvSpPr>
        <p:spPr>
          <a:xfrm>
            <a:off x="831850" y="4589463"/>
            <a:ext cx="10515600" cy="1500187"/>
          </a:xfrm>
        </p:spPr>
        <p:txBody>
          <a:bodyPr/>
          <a:lstStyle>
            <a:lvl1pPr marL="0" lvl="0" indent="0">
              <a:buNone/>
              <a:defRPr sz="2400">
                <a:solidFill>
                  <a:schemeClr val="tx1">
                    <a:tint val="75000"/>
                  </a:schemeClr>
                </a:solidFill>
              </a:defRPr>
            </a:lvl1pPr>
            <a:lvl2pPr marL="457200" lvl="1" indent="0">
              <a:buNone/>
              <a:defRPr sz="2000">
                <a:solidFill>
                  <a:schemeClr val="tx1">
                    <a:tint val="75000"/>
                  </a:schemeClr>
                </a:solidFill>
              </a:defRPr>
            </a:lvl2pPr>
            <a:lvl3pPr marL="914400" lvl="2" indent="0">
              <a:buNone/>
              <a:defRPr sz="1800">
                <a:solidFill>
                  <a:schemeClr val="tx1">
                    <a:tint val="75000"/>
                  </a:schemeClr>
                </a:solidFill>
              </a:defRPr>
            </a:lvl3pPr>
            <a:lvl4pPr marL="1371600" lvl="3" indent="0">
              <a:buNone/>
              <a:defRPr sz="1600">
                <a:solidFill>
                  <a:schemeClr val="tx1">
                    <a:tint val="75000"/>
                  </a:schemeClr>
                </a:solidFill>
              </a:defRPr>
            </a:lvl4pPr>
            <a:lvl5pPr marL="1828800" lvl="4" indent="0">
              <a:buNone/>
              <a:defRPr sz="1600">
                <a:solidFill>
                  <a:schemeClr val="tx1">
                    <a:tint val="75000"/>
                  </a:schemeClr>
                </a:solidFill>
              </a:defRPr>
            </a:lvl5pPr>
            <a:lvl6pPr marL="2286000" lvl="5" indent="0">
              <a:buNone/>
              <a:defRPr sz="1600">
                <a:solidFill>
                  <a:schemeClr val="tx1">
                    <a:tint val="75000"/>
                  </a:schemeClr>
                </a:solidFill>
              </a:defRPr>
            </a:lvl6pPr>
            <a:lvl7pPr marL="2743200" lvl="6" indent="0">
              <a:buNone/>
              <a:defRPr sz="1600">
                <a:solidFill>
                  <a:schemeClr val="tx1">
                    <a:tint val="75000"/>
                  </a:schemeClr>
                </a:solidFill>
              </a:defRPr>
            </a:lvl7pPr>
            <a:lvl8pPr marL="3200400" lvl="7" indent="0">
              <a:buNone/>
              <a:defRPr sz="1600">
                <a:solidFill>
                  <a:schemeClr val="tx1">
                    <a:tint val="75000"/>
                  </a:schemeClr>
                </a:solidFill>
              </a:defRPr>
            </a:lvl8pPr>
            <a:lvl9pPr marL="3657600" lvl="8" indent="0">
              <a:buNone/>
              <a:defRPr sz="1600">
                <a:solidFill>
                  <a:schemeClr val="tx1">
                    <a:tint val="75000"/>
                  </a:schemeClr>
                </a:solidFill>
              </a:defRPr>
            </a:lvl9pPr>
          </a:lstStyle>
          <a:p>
            <a:pPr lvl="0"/>
            <a:r>
              <a:rPr lang="en-US" altLang="en-US"/>
              <a:t>Click to edit Master text styles</a:t>
            </a:r>
          </a:p>
        </p:txBody>
      </p:sp>
      <p:sp>
        <p:nvSpPr>
          <p:cNvPr id="4" name="Date Placeholder 3">
            <a:extLst>
              <a:ext uri="{FF2B5EF4-FFF2-40B4-BE49-F238E27FC236}">
                <a16:creationId xmlns:a16="http://schemas.microsoft.com/office/drawing/2014/main" id="{7687A1E0-B837-7547-AAD1-24F9AACE30B3}"/>
              </a:ext>
            </a:extLst>
          </p:cNvPr>
          <p:cNvSpPr>
            <a:spLocks noGrp="1"/>
          </p:cNvSpPr>
          <p:nvPr>
            <p:ph type="dt" idx="10"/>
          </p:nvPr>
        </p:nvSpPr>
        <p:spPr/>
        <p:txBody>
          <a:bodyPr/>
          <a:lstStyle/>
          <a:p>
            <a:fld id="{B39598B5-4F19-4ED1-8C94-1A0C254DD0B1}" type="datetimeFigureOut">
              <a:rPr lang="en-US" altLang="en-US"/>
              <a:t>7/9/2023</a:t>
            </a:fld>
            <a:endParaRPr lang="en-US" altLang="en-US"/>
          </a:p>
        </p:txBody>
      </p:sp>
      <p:sp>
        <p:nvSpPr>
          <p:cNvPr id="5" name="Footer Placeholder 4">
            <a:extLst>
              <a:ext uri="{FF2B5EF4-FFF2-40B4-BE49-F238E27FC236}">
                <a16:creationId xmlns:a16="http://schemas.microsoft.com/office/drawing/2014/main" id="{F025B292-E07F-C54D-934D-9B82425F4DD2}"/>
              </a:ext>
            </a:extLst>
          </p:cNvPr>
          <p:cNvSpPr>
            <a:spLocks noGrp="1"/>
          </p:cNvSpPr>
          <p:nvPr>
            <p:ph type="ftr" idx="11"/>
          </p:nvPr>
        </p:nvSpPr>
        <p:spPr/>
        <p:txBody>
          <a:bodyPr/>
          <a:lstStyle/>
          <a:p>
            <a:endParaRPr lang="en-US" altLang="en-US"/>
          </a:p>
        </p:txBody>
      </p:sp>
      <p:sp>
        <p:nvSpPr>
          <p:cNvPr id="6" name="Slide Number Placeholder 5">
            <a:extLst>
              <a:ext uri="{FF2B5EF4-FFF2-40B4-BE49-F238E27FC236}">
                <a16:creationId xmlns:a16="http://schemas.microsoft.com/office/drawing/2014/main" id="{9B76F8A1-0407-FF4F-B54D-B4E7DD17D1E5}"/>
              </a:ext>
            </a:extLst>
          </p:cNvPr>
          <p:cNvSpPr>
            <a:spLocks noGrp="1"/>
          </p:cNvSpPr>
          <p:nvPr>
            <p:ph type="sldNum" idx="12"/>
          </p:nvPr>
        </p:nvSpPr>
        <p:spPr/>
        <p:txBody>
          <a:bodyPr/>
          <a:lstStyle/>
          <a:p>
            <a:fld id="{2BE8CA60-F8C5-4F1B-A29C-246EAE27BED4}" type="slidenum">
              <a:rPr lang="en-US" altLang="en-US"/>
              <a:t>‹#›</a:t>
            </a:fld>
            <a:endParaRPr lang="en-US" altLang="en-US"/>
          </a:p>
        </p:txBody>
      </p:sp>
    </p:spTree>
    <p:extLst>
      <p:ext uri="{BB962C8B-B14F-4D97-AF65-F5344CB8AC3E}">
        <p14:creationId xmlns:p14="http://schemas.microsoft.com/office/powerpoint/2010/main" val="1413934309"/>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FC89F-AB19-464D-BC88-55458A4055BF}"/>
              </a:ext>
            </a:extLst>
          </p:cNvPr>
          <p:cNvSpPr>
            <a:spLocks noGrp="1"/>
          </p:cNvSpPr>
          <p:nvPr>
            <p:ph type="title"/>
          </p:nvPr>
        </p:nvSpPr>
        <p:spPr/>
        <p:txBody>
          <a:bodyPr/>
          <a:lstStyle/>
          <a:p>
            <a:r>
              <a:rPr lang="en-US" altLang="en-US"/>
              <a:t>Click to edit Master title style</a:t>
            </a:r>
          </a:p>
        </p:txBody>
      </p:sp>
      <p:sp>
        <p:nvSpPr>
          <p:cNvPr id="3" name="Content Placeholder 2">
            <a:extLst>
              <a:ext uri="{FF2B5EF4-FFF2-40B4-BE49-F238E27FC236}">
                <a16:creationId xmlns:a16="http://schemas.microsoft.com/office/drawing/2014/main" id="{9A1121D4-9273-7442-BD42-9BFE2D1A4469}"/>
              </a:ext>
            </a:extLst>
          </p:cNvPr>
          <p:cNvSpPr>
            <a:spLocks noGrp="1"/>
          </p:cNvSpPr>
          <p:nvPr>
            <p:ph idx="1"/>
          </p:nvPr>
        </p:nvSpPr>
        <p:spPr>
          <a:xfrm>
            <a:off x="838200" y="1825625"/>
            <a:ext cx="5181600" cy="4351338"/>
          </a:xfrm>
        </p:spPr>
        <p:txBody>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Content Placeholder 3">
            <a:extLst>
              <a:ext uri="{FF2B5EF4-FFF2-40B4-BE49-F238E27FC236}">
                <a16:creationId xmlns:a16="http://schemas.microsoft.com/office/drawing/2014/main" id="{EAD3D682-E303-F145-A226-A0A90091F263}"/>
              </a:ext>
            </a:extLst>
          </p:cNvPr>
          <p:cNvSpPr>
            <a:spLocks noGrp="1"/>
          </p:cNvSpPr>
          <p:nvPr>
            <p:ph idx="2"/>
          </p:nvPr>
        </p:nvSpPr>
        <p:spPr>
          <a:xfrm>
            <a:off x="6172200" y="1825625"/>
            <a:ext cx="5181600" cy="4351338"/>
          </a:xfrm>
        </p:spPr>
        <p:txBody>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5" name="Date Placeholder 4">
            <a:extLst>
              <a:ext uri="{FF2B5EF4-FFF2-40B4-BE49-F238E27FC236}">
                <a16:creationId xmlns:a16="http://schemas.microsoft.com/office/drawing/2014/main" id="{636FA05D-331D-1245-B3E5-25D7AA734BF3}"/>
              </a:ext>
            </a:extLst>
          </p:cNvPr>
          <p:cNvSpPr>
            <a:spLocks noGrp="1"/>
          </p:cNvSpPr>
          <p:nvPr>
            <p:ph type="dt" idx="10"/>
          </p:nvPr>
        </p:nvSpPr>
        <p:spPr/>
        <p:txBody>
          <a:bodyPr/>
          <a:lstStyle/>
          <a:p>
            <a:fld id="{7DD5FFF8-26DD-4894-B861-6784232AD28B}" type="datetimeFigureOut">
              <a:rPr lang="en-US" altLang="en-US"/>
              <a:t>7/9/2023</a:t>
            </a:fld>
            <a:endParaRPr lang="en-US" altLang="en-US"/>
          </a:p>
        </p:txBody>
      </p:sp>
      <p:sp>
        <p:nvSpPr>
          <p:cNvPr id="6" name="Footer Placeholder 5">
            <a:extLst>
              <a:ext uri="{FF2B5EF4-FFF2-40B4-BE49-F238E27FC236}">
                <a16:creationId xmlns:a16="http://schemas.microsoft.com/office/drawing/2014/main" id="{0E6D2D7F-14C1-E24A-A32E-F1E0F95102FF}"/>
              </a:ext>
            </a:extLst>
          </p:cNvPr>
          <p:cNvSpPr>
            <a:spLocks noGrp="1"/>
          </p:cNvSpPr>
          <p:nvPr>
            <p:ph type="ftr" idx="11"/>
          </p:nvPr>
        </p:nvSpPr>
        <p:spPr/>
        <p:txBody>
          <a:bodyPr/>
          <a:lstStyle/>
          <a:p>
            <a:endParaRPr lang="en-US" altLang="en-US"/>
          </a:p>
        </p:txBody>
      </p:sp>
      <p:sp>
        <p:nvSpPr>
          <p:cNvPr id="7" name="Slide Number Placeholder 6">
            <a:extLst>
              <a:ext uri="{FF2B5EF4-FFF2-40B4-BE49-F238E27FC236}">
                <a16:creationId xmlns:a16="http://schemas.microsoft.com/office/drawing/2014/main" id="{34C30046-3DF4-3844-A77C-0F7A7CE14AD8}"/>
              </a:ext>
            </a:extLst>
          </p:cNvPr>
          <p:cNvSpPr>
            <a:spLocks noGrp="1"/>
          </p:cNvSpPr>
          <p:nvPr>
            <p:ph type="sldNum" idx="12"/>
          </p:nvPr>
        </p:nvSpPr>
        <p:spPr/>
        <p:txBody>
          <a:bodyPr/>
          <a:lstStyle/>
          <a:p>
            <a:fld id="{BEC2DD10-E20D-4777-8BD0-422FA325604B}" type="slidenum">
              <a:rPr lang="en-US" altLang="en-US"/>
              <a:t>‹#›</a:t>
            </a:fld>
            <a:endParaRPr lang="en-US" altLang="en-US"/>
          </a:p>
        </p:txBody>
      </p:sp>
    </p:spTree>
    <p:extLst>
      <p:ext uri="{BB962C8B-B14F-4D97-AF65-F5344CB8AC3E}">
        <p14:creationId xmlns:p14="http://schemas.microsoft.com/office/powerpoint/2010/main" val="2198191955"/>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EF993-FC9B-A845-809A-EB65FBB56129}"/>
              </a:ext>
            </a:extLst>
          </p:cNvPr>
          <p:cNvSpPr>
            <a:spLocks noGrp="1"/>
          </p:cNvSpPr>
          <p:nvPr>
            <p:ph type="title"/>
          </p:nvPr>
        </p:nvSpPr>
        <p:spPr>
          <a:xfrm>
            <a:off x="839788" y="365125"/>
            <a:ext cx="10515600" cy="1325563"/>
          </a:xfrm>
        </p:spPr>
        <p:txBody>
          <a:bodyPr/>
          <a:lstStyle/>
          <a:p>
            <a:r>
              <a:rPr lang="en-US" altLang="en-US"/>
              <a:t>Click to edit Master title style</a:t>
            </a:r>
          </a:p>
        </p:txBody>
      </p:sp>
      <p:sp>
        <p:nvSpPr>
          <p:cNvPr id="3" name="Text Placeholder 2">
            <a:extLst>
              <a:ext uri="{FF2B5EF4-FFF2-40B4-BE49-F238E27FC236}">
                <a16:creationId xmlns:a16="http://schemas.microsoft.com/office/drawing/2014/main" id="{15CF585A-02D3-3149-BAEA-BB4DE096E881}"/>
              </a:ext>
            </a:extLst>
          </p:cNvPr>
          <p:cNvSpPr>
            <a:spLocks noGrp="1"/>
          </p:cNvSpPr>
          <p:nvPr>
            <p:ph type="body" idx="1"/>
          </p:nvPr>
        </p:nvSpPr>
        <p:spPr>
          <a:xfrm>
            <a:off x="839788" y="1681163"/>
            <a:ext cx="5157787" cy="823912"/>
          </a:xfrm>
        </p:spPr>
        <p:txBody>
          <a:bodyPr anchor="b"/>
          <a:lstStyle>
            <a:lvl1pPr marL="0" lvl="0" indent="0">
              <a:buNone/>
              <a:defRPr sz="2400" b="1"/>
            </a:lvl1pPr>
            <a:lvl2pPr marL="457200" lvl="1" indent="0">
              <a:buNone/>
              <a:defRPr sz="2000" b="1"/>
            </a:lvl2pPr>
            <a:lvl3pPr marL="914400" lvl="2" indent="0">
              <a:buNone/>
              <a:defRPr sz="1800" b="1"/>
            </a:lvl3pPr>
            <a:lvl4pPr marL="1371600" lvl="3" indent="0">
              <a:buNone/>
              <a:defRPr sz="1600" b="1"/>
            </a:lvl4pPr>
            <a:lvl5pPr marL="1828800" lvl="4" indent="0">
              <a:buNone/>
              <a:defRPr sz="1600" b="1"/>
            </a:lvl5pPr>
            <a:lvl6pPr marL="2286000" lvl="5" indent="0">
              <a:buNone/>
              <a:defRPr sz="1600" b="1"/>
            </a:lvl6pPr>
            <a:lvl7pPr marL="2743200" lvl="6" indent="0">
              <a:buNone/>
              <a:defRPr sz="1600" b="1"/>
            </a:lvl7pPr>
            <a:lvl8pPr marL="3200400" lvl="7" indent="0">
              <a:buNone/>
              <a:defRPr sz="1600" b="1"/>
            </a:lvl8pPr>
            <a:lvl9pPr marL="3657600" lvl="8" indent="0">
              <a:buNone/>
              <a:defRPr sz="1600" b="1"/>
            </a:lvl9pPr>
          </a:lstStyle>
          <a:p>
            <a:pPr lvl="0"/>
            <a:r>
              <a:rPr lang="en-US" altLang="en-US"/>
              <a:t>Click to edit Master text styles</a:t>
            </a:r>
          </a:p>
        </p:txBody>
      </p:sp>
      <p:sp>
        <p:nvSpPr>
          <p:cNvPr id="4" name="Content Placeholder 3">
            <a:extLst>
              <a:ext uri="{FF2B5EF4-FFF2-40B4-BE49-F238E27FC236}">
                <a16:creationId xmlns:a16="http://schemas.microsoft.com/office/drawing/2014/main" id="{184BC096-6951-CD45-BB78-D4F24A6086AE}"/>
              </a:ext>
            </a:extLst>
          </p:cNvPr>
          <p:cNvSpPr>
            <a:spLocks noGrp="1"/>
          </p:cNvSpPr>
          <p:nvPr>
            <p:ph idx="2"/>
          </p:nvPr>
        </p:nvSpPr>
        <p:spPr>
          <a:xfrm>
            <a:off x="839788" y="2505075"/>
            <a:ext cx="5157787" cy="3684588"/>
          </a:xfrm>
        </p:spPr>
        <p:txBody>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5" name="Text Placeholder 4">
            <a:extLst>
              <a:ext uri="{FF2B5EF4-FFF2-40B4-BE49-F238E27FC236}">
                <a16:creationId xmlns:a16="http://schemas.microsoft.com/office/drawing/2014/main" id="{ECE0F5D7-3600-0E48-8A95-888DAEA7B9AA}"/>
              </a:ext>
            </a:extLst>
          </p:cNvPr>
          <p:cNvSpPr>
            <a:spLocks noGrp="1"/>
          </p:cNvSpPr>
          <p:nvPr>
            <p:ph type="body" idx="3"/>
          </p:nvPr>
        </p:nvSpPr>
        <p:spPr>
          <a:xfrm>
            <a:off x="6172200" y="1681163"/>
            <a:ext cx="5183188" cy="823912"/>
          </a:xfrm>
        </p:spPr>
        <p:txBody>
          <a:bodyPr anchor="b"/>
          <a:lstStyle>
            <a:lvl1pPr marL="0" lvl="0" indent="0">
              <a:buNone/>
              <a:defRPr sz="2400" b="1"/>
            </a:lvl1pPr>
            <a:lvl2pPr marL="457200" lvl="1" indent="0">
              <a:buNone/>
              <a:defRPr sz="2000" b="1"/>
            </a:lvl2pPr>
            <a:lvl3pPr marL="914400" lvl="2" indent="0">
              <a:buNone/>
              <a:defRPr sz="1800" b="1"/>
            </a:lvl3pPr>
            <a:lvl4pPr marL="1371600" lvl="3" indent="0">
              <a:buNone/>
              <a:defRPr sz="1600" b="1"/>
            </a:lvl4pPr>
            <a:lvl5pPr marL="1828800" lvl="4" indent="0">
              <a:buNone/>
              <a:defRPr sz="1600" b="1"/>
            </a:lvl5pPr>
            <a:lvl6pPr marL="2286000" lvl="5" indent="0">
              <a:buNone/>
              <a:defRPr sz="1600" b="1"/>
            </a:lvl6pPr>
            <a:lvl7pPr marL="2743200" lvl="6" indent="0">
              <a:buNone/>
              <a:defRPr sz="1600" b="1"/>
            </a:lvl7pPr>
            <a:lvl8pPr marL="3200400" lvl="7" indent="0">
              <a:buNone/>
              <a:defRPr sz="1600" b="1"/>
            </a:lvl8pPr>
            <a:lvl9pPr marL="3657600" lvl="8" indent="0">
              <a:buNone/>
              <a:defRPr sz="1600" b="1"/>
            </a:lvl9pPr>
          </a:lstStyle>
          <a:p>
            <a:pPr lvl="0"/>
            <a:r>
              <a:rPr lang="en-US" altLang="en-US"/>
              <a:t>Click to edit Master text styles</a:t>
            </a:r>
          </a:p>
        </p:txBody>
      </p:sp>
      <p:sp>
        <p:nvSpPr>
          <p:cNvPr id="6" name="Content Placeholder 5">
            <a:extLst>
              <a:ext uri="{FF2B5EF4-FFF2-40B4-BE49-F238E27FC236}">
                <a16:creationId xmlns:a16="http://schemas.microsoft.com/office/drawing/2014/main" id="{197AC25B-E7B9-DE44-B132-63226B9DBF68}"/>
              </a:ext>
            </a:extLst>
          </p:cNvPr>
          <p:cNvSpPr>
            <a:spLocks noGrp="1"/>
          </p:cNvSpPr>
          <p:nvPr>
            <p:ph idx="4"/>
          </p:nvPr>
        </p:nvSpPr>
        <p:spPr>
          <a:xfrm>
            <a:off x="6172200" y="2505075"/>
            <a:ext cx="5183188" cy="3684588"/>
          </a:xfrm>
        </p:spPr>
        <p:txBody>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7" name="Date Placeholder 6">
            <a:extLst>
              <a:ext uri="{FF2B5EF4-FFF2-40B4-BE49-F238E27FC236}">
                <a16:creationId xmlns:a16="http://schemas.microsoft.com/office/drawing/2014/main" id="{86CCF7B0-2159-AC4A-A1F7-0586E2C130F6}"/>
              </a:ext>
            </a:extLst>
          </p:cNvPr>
          <p:cNvSpPr>
            <a:spLocks noGrp="1"/>
          </p:cNvSpPr>
          <p:nvPr>
            <p:ph type="dt" idx="10"/>
          </p:nvPr>
        </p:nvSpPr>
        <p:spPr/>
        <p:txBody>
          <a:bodyPr/>
          <a:lstStyle/>
          <a:p>
            <a:fld id="{42EB8FC6-CA3B-4422-98AA-861DD672AD23}" type="datetimeFigureOut">
              <a:rPr lang="en-US" altLang="en-US"/>
              <a:t>7/9/2023</a:t>
            </a:fld>
            <a:endParaRPr lang="en-US" altLang="en-US"/>
          </a:p>
        </p:txBody>
      </p:sp>
      <p:sp>
        <p:nvSpPr>
          <p:cNvPr id="8" name="Footer Placeholder 7">
            <a:extLst>
              <a:ext uri="{FF2B5EF4-FFF2-40B4-BE49-F238E27FC236}">
                <a16:creationId xmlns:a16="http://schemas.microsoft.com/office/drawing/2014/main" id="{602AAE63-EC44-704F-8C1F-504C664F5BF2}"/>
              </a:ext>
            </a:extLst>
          </p:cNvPr>
          <p:cNvSpPr>
            <a:spLocks noGrp="1"/>
          </p:cNvSpPr>
          <p:nvPr>
            <p:ph type="ftr" idx="11"/>
          </p:nvPr>
        </p:nvSpPr>
        <p:spPr/>
        <p:txBody>
          <a:bodyPr/>
          <a:lstStyle/>
          <a:p>
            <a:endParaRPr lang="en-US" altLang="en-US"/>
          </a:p>
        </p:txBody>
      </p:sp>
      <p:sp>
        <p:nvSpPr>
          <p:cNvPr id="9" name="Slide Number Placeholder 8">
            <a:extLst>
              <a:ext uri="{FF2B5EF4-FFF2-40B4-BE49-F238E27FC236}">
                <a16:creationId xmlns:a16="http://schemas.microsoft.com/office/drawing/2014/main" id="{D481BD4D-1D64-A242-AB37-1D386F2F82F4}"/>
              </a:ext>
            </a:extLst>
          </p:cNvPr>
          <p:cNvSpPr>
            <a:spLocks noGrp="1"/>
          </p:cNvSpPr>
          <p:nvPr>
            <p:ph type="sldNum" idx="12"/>
          </p:nvPr>
        </p:nvSpPr>
        <p:spPr/>
        <p:txBody>
          <a:bodyPr/>
          <a:lstStyle/>
          <a:p>
            <a:fld id="{2BD3517B-42C1-469F-B711-67F96F0FB595}" type="slidenum">
              <a:rPr lang="en-US" altLang="en-US"/>
              <a:t>‹#›</a:t>
            </a:fld>
            <a:endParaRPr lang="en-US" altLang="en-US"/>
          </a:p>
        </p:txBody>
      </p:sp>
    </p:spTree>
    <p:extLst>
      <p:ext uri="{BB962C8B-B14F-4D97-AF65-F5344CB8AC3E}">
        <p14:creationId xmlns:p14="http://schemas.microsoft.com/office/powerpoint/2010/main" val="23060956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6536D-1863-2C4A-9E63-FD4134CFF25A}"/>
              </a:ext>
            </a:extLst>
          </p:cNvPr>
          <p:cNvSpPr>
            <a:spLocks noGrp="1"/>
          </p:cNvSpPr>
          <p:nvPr>
            <p:ph type="title"/>
          </p:nvPr>
        </p:nvSpPr>
        <p:spPr/>
        <p:txBody>
          <a:bodyPr/>
          <a:lstStyle/>
          <a:p>
            <a:r>
              <a:rPr lang="en-US" altLang="en-US"/>
              <a:t>Click to edit Master title style</a:t>
            </a:r>
          </a:p>
        </p:txBody>
      </p:sp>
      <p:sp>
        <p:nvSpPr>
          <p:cNvPr id="3" name="Date Placeholder 2">
            <a:extLst>
              <a:ext uri="{FF2B5EF4-FFF2-40B4-BE49-F238E27FC236}">
                <a16:creationId xmlns:a16="http://schemas.microsoft.com/office/drawing/2014/main" id="{D6D69498-94CE-5F46-A67E-5625A8EF0ACD}"/>
              </a:ext>
            </a:extLst>
          </p:cNvPr>
          <p:cNvSpPr>
            <a:spLocks noGrp="1"/>
          </p:cNvSpPr>
          <p:nvPr>
            <p:ph type="dt" idx="10"/>
          </p:nvPr>
        </p:nvSpPr>
        <p:spPr/>
        <p:txBody>
          <a:bodyPr/>
          <a:lstStyle/>
          <a:p>
            <a:fld id="{F5E0E40A-68A6-4789-999C-01100AC5984C}" type="datetimeFigureOut">
              <a:rPr lang="en-US" altLang="en-US"/>
              <a:t>7/9/2023</a:t>
            </a:fld>
            <a:endParaRPr lang="en-US" altLang="en-US"/>
          </a:p>
        </p:txBody>
      </p:sp>
      <p:sp>
        <p:nvSpPr>
          <p:cNvPr id="4" name="Footer Placeholder 3">
            <a:extLst>
              <a:ext uri="{FF2B5EF4-FFF2-40B4-BE49-F238E27FC236}">
                <a16:creationId xmlns:a16="http://schemas.microsoft.com/office/drawing/2014/main" id="{ECDBEF06-2976-1F42-963B-FC18E180967A}"/>
              </a:ext>
            </a:extLst>
          </p:cNvPr>
          <p:cNvSpPr>
            <a:spLocks noGrp="1"/>
          </p:cNvSpPr>
          <p:nvPr>
            <p:ph type="ftr" idx="11"/>
          </p:nvPr>
        </p:nvSpPr>
        <p:spPr/>
        <p:txBody>
          <a:bodyPr/>
          <a:lstStyle/>
          <a:p>
            <a:endParaRPr lang="en-US" altLang="en-US"/>
          </a:p>
        </p:txBody>
      </p:sp>
      <p:sp>
        <p:nvSpPr>
          <p:cNvPr id="5" name="Slide Number Placeholder 4">
            <a:extLst>
              <a:ext uri="{FF2B5EF4-FFF2-40B4-BE49-F238E27FC236}">
                <a16:creationId xmlns:a16="http://schemas.microsoft.com/office/drawing/2014/main" id="{E3E3F9FC-B22D-814F-9CBD-084651BE5619}"/>
              </a:ext>
            </a:extLst>
          </p:cNvPr>
          <p:cNvSpPr>
            <a:spLocks noGrp="1"/>
          </p:cNvSpPr>
          <p:nvPr>
            <p:ph type="sldNum" idx="12"/>
          </p:nvPr>
        </p:nvSpPr>
        <p:spPr/>
        <p:txBody>
          <a:bodyPr/>
          <a:lstStyle/>
          <a:p>
            <a:fld id="{F9749F68-7B9B-4E84-8C3D-AF379F538B8B}" type="slidenum">
              <a:rPr lang="en-US" altLang="en-US"/>
              <a:t>‹#›</a:t>
            </a:fld>
            <a:endParaRPr lang="en-US" altLang="en-US"/>
          </a:p>
        </p:txBody>
      </p:sp>
    </p:spTree>
    <p:extLst>
      <p:ext uri="{BB962C8B-B14F-4D97-AF65-F5344CB8AC3E}">
        <p14:creationId xmlns:p14="http://schemas.microsoft.com/office/powerpoint/2010/main" val="240687795"/>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A0DF68-946F-0440-9158-4F6737657E0C}"/>
              </a:ext>
            </a:extLst>
          </p:cNvPr>
          <p:cNvSpPr>
            <a:spLocks noGrp="1"/>
          </p:cNvSpPr>
          <p:nvPr>
            <p:ph type="dt" idx="10"/>
          </p:nvPr>
        </p:nvSpPr>
        <p:spPr/>
        <p:txBody>
          <a:bodyPr/>
          <a:lstStyle/>
          <a:p>
            <a:fld id="{2928012B-52EB-4801-9140-F211C0599E80}" type="datetimeFigureOut">
              <a:rPr lang="en-US" altLang="en-US"/>
              <a:t>7/9/2023</a:t>
            </a:fld>
            <a:endParaRPr lang="en-US" altLang="en-US"/>
          </a:p>
        </p:txBody>
      </p:sp>
      <p:sp>
        <p:nvSpPr>
          <p:cNvPr id="3" name="Footer Placeholder 2">
            <a:extLst>
              <a:ext uri="{FF2B5EF4-FFF2-40B4-BE49-F238E27FC236}">
                <a16:creationId xmlns:a16="http://schemas.microsoft.com/office/drawing/2014/main" id="{7B11635F-AB34-0B40-8374-90050120FD54}"/>
              </a:ext>
            </a:extLst>
          </p:cNvPr>
          <p:cNvSpPr>
            <a:spLocks noGrp="1"/>
          </p:cNvSpPr>
          <p:nvPr>
            <p:ph type="ftr" idx="11"/>
          </p:nvPr>
        </p:nvSpPr>
        <p:spPr/>
        <p:txBody>
          <a:bodyPr/>
          <a:lstStyle/>
          <a:p>
            <a:endParaRPr lang="en-US" altLang="en-US"/>
          </a:p>
        </p:txBody>
      </p:sp>
      <p:sp>
        <p:nvSpPr>
          <p:cNvPr id="4" name="Slide Number Placeholder 3">
            <a:extLst>
              <a:ext uri="{FF2B5EF4-FFF2-40B4-BE49-F238E27FC236}">
                <a16:creationId xmlns:a16="http://schemas.microsoft.com/office/drawing/2014/main" id="{1ED076DA-1012-7C46-814A-13641887B2E3}"/>
              </a:ext>
            </a:extLst>
          </p:cNvPr>
          <p:cNvSpPr>
            <a:spLocks noGrp="1"/>
          </p:cNvSpPr>
          <p:nvPr>
            <p:ph type="sldNum" idx="12"/>
          </p:nvPr>
        </p:nvSpPr>
        <p:spPr/>
        <p:txBody>
          <a:bodyPr/>
          <a:lstStyle/>
          <a:p>
            <a:fld id="{A1052613-4B18-486A-96DF-2357B4B3D541}" type="slidenum">
              <a:rPr lang="en-US" altLang="en-US"/>
              <a:t>‹#›</a:t>
            </a:fld>
            <a:endParaRPr lang="en-US" altLang="en-US"/>
          </a:p>
        </p:txBody>
      </p:sp>
    </p:spTree>
    <p:extLst>
      <p:ext uri="{BB962C8B-B14F-4D97-AF65-F5344CB8AC3E}">
        <p14:creationId xmlns:p14="http://schemas.microsoft.com/office/powerpoint/2010/main" val="389492307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8E683A-A73B-9645-8BFF-2E2FEB2C0197}"/>
              </a:ext>
            </a:extLst>
          </p:cNvPr>
          <p:cNvSpPr>
            <a:spLocks noGrp="1"/>
          </p:cNvSpPr>
          <p:nvPr>
            <p:ph type="title"/>
          </p:nvPr>
        </p:nvSpPr>
        <p:spPr>
          <a:xfrm>
            <a:off x="839788" y="457200"/>
            <a:ext cx="3932237" cy="1600200"/>
          </a:xfrm>
        </p:spPr>
        <p:txBody>
          <a:bodyPr anchor="b"/>
          <a:lstStyle>
            <a:lvl1pPr lvl="0">
              <a:defRPr sz="3200"/>
            </a:lvl1pPr>
          </a:lstStyle>
          <a:p>
            <a:r>
              <a:rPr lang="en-US" altLang="en-US"/>
              <a:t>Click to edit Master title style</a:t>
            </a:r>
          </a:p>
        </p:txBody>
      </p:sp>
      <p:sp>
        <p:nvSpPr>
          <p:cNvPr id="3" name="Content Placeholder 2">
            <a:extLst>
              <a:ext uri="{FF2B5EF4-FFF2-40B4-BE49-F238E27FC236}">
                <a16:creationId xmlns:a16="http://schemas.microsoft.com/office/drawing/2014/main" id="{285C9113-4163-2646-8C51-57406BEAE45B}"/>
              </a:ext>
            </a:extLst>
          </p:cNvPr>
          <p:cNvSpPr>
            <a:spLocks noGrp="1"/>
          </p:cNvSpPr>
          <p:nvPr>
            <p:ph idx="1"/>
          </p:nvPr>
        </p:nvSpPr>
        <p:spPr>
          <a:xfrm>
            <a:off x="5183188" y="987425"/>
            <a:ext cx="6172200" cy="4873625"/>
          </a:xfrm>
        </p:spPr>
        <p:txBody>
          <a:bodyPr/>
          <a:lstStyle>
            <a:lvl1pPr lvl="0">
              <a:defRPr sz="3200"/>
            </a:lvl1pPr>
            <a:lvl2pPr lvl="1">
              <a:defRPr sz="2800"/>
            </a:lvl2pPr>
            <a:lvl3pPr lvl="2">
              <a:defRPr sz="2400"/>
            </a:lvl3pPr>
            <a:lvl4pPr lvl="3">
              <a:defRPr sz="2000"/>
            </a:lvl4pPr>
            <a:lvl5pPr lvl="4">
              <a:defRPr sz="2000"/>
            </a:lvl5pPr>
            <a:lvl6pPr lvl="5">
              <a:defRPr sz="2000"/>
            </a:lvl6pPr>
            <a:lvl7pPr lvl="6">
              <a:defRPr sz="2000"/>
            </a:lvl7pPr>
            <a:lvl8pPr lvl="7">
              <a:defRPr sz="2000"/>
            </a:lvl8pPr>
            <a:lvl9pPr lvl="8">
              <a:defRPr sz="2000"/>
            </a:lvl9p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Text Placeholder 3">
            <a:extLst>
              <a:ext uri="{FF2B5EF4-FFF2-40B4-BE49-F238E27FC236}">
                <a16:creationId xmlns:a16="http://schemas.microsoft.com/office/drawing/2014/main" id="{9CF90312-24F2-5E4E-9460-5B5BC5EA52B7}"/>
              </a:ext>
            </a:extLst>
          </p:cNvPr>
          <p:cNvSpPr>
            <a:spLocks noGrp="1"/>
          </p:cNvSpPr>
          <p:nvPr>
            <p:ph type="body" idx="2"/>
          </p:nvPr>
        </p:nvSpPr>
        <p:spPr>
          <a:xfrm>
            <a:off x="839788" y="2057400"/>
            <a:ext cx="3932237" cy="3811588"/>
          </a:xfrm>
        </p:spPr>
        <p:txBody>
          <a:bodyPr/>
          <a:lstStyle>
            <a:lvl1pPr marL="0" lvl="0" indent="0">
              <a:buNone/>
              <a:defRPr sz="1600"/>
            </a:lvl1pPr>
            <a:lvl2pPr marL="457200" lvl="1" indent="0">
              <a:buNone/>
              <a:defRPr sz="1400"/>
            </a:lvl2pPr>
            <a:lvl3pPr marL="914400" lvl="2" indent="0">
              <a:buNone/>
              <a:defRPr sz="1200"/>
            </a:lvl3pPr>
            <a:lvl4pPr marL="1371600" lvl="3" indent="0">
              <a:buNone/>
              <a:defRPr sz="1000"/>
            </a:lvl4pPr>
            <a:lvl5pPr marL="1828800" lvl="4" indent="0">
              <a:buNone/>
              <a:defRPr sz="1000"/>
            </a:lvl5pPr>
            <a:lvl6pPr marL="2286000" lvl="5" indent="0">
              <a:buNone/>
              <a:defRPr sz="1000"/>
            </a:lvl6pPr>
            <a:lvl7pPr marL="2743200" lvl="6" indent="0">
              <a:buNone/>
              <a:defRPr sz="1000"/>
            </a:lvl7pPr>
            <a:lvl8pPr marL="3200400" lvl="7" indent="0">
              <a:buNone/>
              <a:defRPr sz="1000"/>
            </a:lvl8pPr>
            <a:lvl9pPr marL="3657600" lvl="8" indent="0">
              <a:buNone/>
              <a:defRPr sz="1000"/>
            </a:lvl9pPr>
          </a:lstStyle>
          <a:p>
            <a:pPr lvl="0"/>
            <a:r>
              <a:rPr lang="en-US" altLang="en-US"/>
              <a:t>Click to edit Master text styles</a:t>
            </a:r>
          </a:p>
        </p:txBody>
      </p:sp>
      <p:sp>
        <p:nvSpPr>
          <p:cNvPr id="5" name="Date Placeholder 4">
            <a:extLst>
              <a:ext uri="{FF2B5EF4-FFF2-40B4-BE49-F238E27FC236}">
                <a16:creationId xmlns:a16="http://schemas.microsoft.com/office/drawing/2014/main" id="{26F5CFF0-AEC5-7848-8FA8-38D02C1CFA5D}"/>
              </a:ext>
            </a:extLst>
          </p:cNvPr>
          <p:cNvSpPr>
            <a:spLocks noGrp="1"/>
          </p:cNvSpPr>
          <p:nvPr>
            <p:ph type="dt" idx="10"/>
          </p:nvPr>
        </p:nvSpPr>
        <p:spPr/>
        <p:txBody>
          <a:bodyPr/>
          <a:lstStyle/>
          <a:p>
            <a:fld id="{E00633A8-F129-40AD-9C8E-5DD84A6A018B}" type="datetimeFigureOut">
              <a:rPr lang="en-US" altLang="en-US"/>
              <a:t>7/9/2023</a:t>
            </a:fld>
            <a:endParaRPr lang="en-US" altLang="en-US"/>
          </a:p>
        </p:txBody>
      </p:sp>
      <p:sp>
        <p:nvSpPr>
          <p:cNvPr id="6" name="Footer Placeholder 5">
            <a:extLst>
              <a:ext uri="{FF2B5EF4-FFF2-40B4-BE49-F238E27FC236}">
                <a16:creationId xmlns:a16="http://schemas.microsoft.com/office/drawing/2014/main" id="{F5B81F8F-110B-7747-9853-8BAF6424F028}"/>
              </a:ext>
            </a:extLst>
          </p:cNvPr>
          <p:cNvSpPr>
            <a:spLocks noGrp="1"/>
          </p:cNvSpPr>
          <p:nvPr>
            <p:ph type="ftr" idx="11"/>
          </p:nvPr>
        </p:nvSpPr>
        <p:spPr/>
        <p:txBody>
          <a:bodyPr/>
          <a:lstStyle/>
          <a:p>
            <a:endParaRPr lang="en-US" altLang="en-US"/>
          </a:p>
        </p:txBody>
      </p:sp>
      <p:sp>
        <p:nvSpPr>
          <p:cNvPr id="7" name="Slide Number Placeholder 6">
            <a:extLst>
              <a:ext uri="{FF2B5EF4-FFF2-40B4-BE49-F238E27FC236}">
                <a16:creationId xmlns:a16="http://schemas.microsoft.com/office/drawing/2014/main" id="{F0D6C394-9594-B84D-8D76-E48EF8660C69}"/>
              </a:ext>
            </a:extLst>
          </p:cNvPr>
          <p:cNvSpPr>
            <a:spLocks noGrp="1"/>
          </p:cNvSpPr>
          <p:nvPr>
            <p:ph type="sldNum" idx="12"/>
          </p:nvPr>
        </p:nvSpPr>
        <p:spPr/>
        <p:txBody>
          <a:bodyPr/>
          <a:lstStyle/>
          <a:p>
            <a:fld id="{C63F83FC-4FB4-40A9-ADA3-B00BC51E26C1}" type="slidenum">
              <a:rPr lang="en-US" altLang="en-US"/>
              <a:t>‹#›</a:t>
            </a:fld>
            <a:endParaRPr lang="en-US" altLang="en-US"/>
          </a:p>
        </p:txBody>
      </p:sp>
    </p:spTree>
    <p:extLst>
      <p:ext uri="{BB962C8B-B14F-4D97-AF65-F5344CB8AC3E}">
        <p14:creationId xmlns:p14="http://schemas.microsoft.com/office/powerpoint/2010/main" val="3331740469"/>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261F0-C670-A241-B1B2-AFB589AC2C68}"/>
              </a:ext>
            </a:extLst>
          </p:cNvPr>
          <p:cNvSpPr>
            <a:spLocks noGrp="1"/>
          </p:cNvSpPr>
          <p:nvPr>
            <p:ph type="title"/>
          </p:nvPr>
        </p:nvSpPr>
        <p:spPr>
          <a:xfrm>
            <a:off x="839788" y="457200"/>
            <a:ext cx="3932237" cy="1600200"/>
          </a:xfrm>
        </p:spPr>
        <p:txBody>
          <a:bodyPr anchor="b"/>
          <a:lstStyle>
            <a:lvl1pPr lvl="0">
              <a:defRPr sz="3200"/>
            </a:lvl1pPr>
          </a:lstStyle>
          <a:p>
            <a:r>
              <a:rPr lang="en-US" altLang="en-US"/>
              <a:t>Click to edit Master title style</a:t>
            </a:r>
          </a:p>
        </p:txBody>
      </p:sp>
      <p:sp>
        <p:nvSpPr>
          <p:cNvPr id="3" name="Picture Placeholder 2">
            <a:extLst>
              <a:ext uri="{FF2B5EF4-FFF2-40B4-BE49-F238E27FC236}">
                <a16:creationId xmlns:a16="http://schemas.microsoft.com/office/drawing/2014/main" id="{CD996F61-044E-0A43-8C04-C65F719CDE35}"/>
              </a:ext>
            </a:extLst>
          </p:cNvPr>
          <p:cNvSpPr>
            <a:spLocks noGrp="1"/>
          </p:cNvSpPr>
          <p:nvPr>
            <p:ph type="pic" idx="1"/>
          </p:nvPr>
        </p:nvSpPr>
        <p:spPr>
          <a:xfrm>
            <a:off x="5183188" y="987425"/>
            <a:ext cx="6172200" cy="4873625"/>
          </a:xfrm>
        </p:spPr>
        <p:txBody>
          <a:bodyPr/>
          <a:lstStyle>
            <a:lvl1pPr marL="0" lvl="0" indent="0">
              <a:buNone/>
              <a:defRPr sz="3200"/>
            </a:lvl1pPr>
            <a:lvl2pPr marL="457200" lvl="1" indent="0">
              <a:buNone/>
              <a:defRPr sz="2800"/>
            </a:lvl2pPr>
            <a:lvl3pPr marL="914400" lvl="2" indent="0">
              <a:buNone/>
              <a:defRPr sz="2400"/>
            </a:lvl3pPr>
            <a:lvl4pPr marL="1371600" lvl="3" indent="0">
              <a:buNone/>
              <a:defRPr sz="2000"/>
            </a:lvl4pPr>
            <a:lvl5pPr marL="1828800" lvl="4" indent="0">
              <a:buNone/>
              <a:defRPr sz="2000"/>
            </a:lvl5pPr>
            <a:lvl6pPr marL="2286000" lvl="5" indent="0">
              <a:buNone/>
              <a:defRPr sz="2000"/>
            </a:lvl6pPr>
            <a:lvl7pPr marL="2743200" lvl="6" indent="0">
              <a:buNone/>
              <a:defRPr sz="2000"/>
            </a:lvl7pPr>
            <a:lvl8pPr marL="3200400" lvl="7" indent="0">
              <a:buNone/>
              <a:defRPr sz="2000"/>
            </a:lvl8pPr>
            <a:lvl9pPr marL="3657600" lvl="8" indent="0">
              <a:buNone/>
              <a:defRPr sz="2000"/>
            </a:lvl9pPr>
          </a:lstStyle>
          <a:p>
            <a:endParaRPr lang="en-US" altLang="en-US"/>
          </a:p>
        </p:txBody>
      </p:sp>
      <p:sp>
        <p:nvSpPr>
          <p:cNvPr id="4" name="Text Placeholder 3">
            <a:extLst>
              <a:ext uri="{FF2B5EF4-FFF2-40B4-BE49-F238E27FC236}">
                <a16:creationId xmlns:a16="http://schemas.microsoft.com/office/drawing/2014/main" id="{CD1453D4-0070-4741-86F7-46FCDDB3A1CD}"/>
              </a:ext>
            </a:extLst>
          </p:cNvPr>
          <p:cNvSpPr>
            <a:spLocks noGrp="1"/>
          </p:cNvSpPr>
          <p:nvPr>
            <p:ph type="body" idx="2"/>
          </p:nvPr>
        </p:nvSpPr>
        <p:spPr>
          <a:xfrm>
            <a:off x="839788" y="2057400"/>
            <a:ext cx="3932237" cy="3811588"/>
          </a:xfrm>
        </p:spPr>
        <p:txBody>
          <a:bodyPr/>
          <a:lstStyle>
            <a:lvl1pPr marL="0" lvl="0" indent="0">
              <a:buNone/>
              <a:defRPr sz="1600"/>
            </a:lvl1pPr>
            <a:lvl2pPr marL="457200" lvl="1" indent="0">
              <a:buNone/>
              <a:defRPr sz="1400"/>
            </a:lvl2pPr>
            <a:lvl3pPr marL="914400" lvl="2" indent="0">
              <a:buNone/>
              <a:defRPr sz="1200"/>
            </a:lvl3pPr>
            <a:lvl4pPr marL="1371600" lvl="3" indent="0">
              <a:buNone/>
              <a:defRPr sz="1000"/>
            </a:lvl4pPr>
            <a:lvl5pPr marL="1828800" lvl="4" indent="0">
              <a:buNone/>
              <a:defRPr sz="1000"/>
            </a:lvl5pPr>
            <a:lvl6pPr marL="2286000" lvl="5" indent="0">
              <a:buNone/>
              <a:defRPr sz="1000"/>
            </a:lvl6pPr>
            <a:lvl7pPr marL="2743200" lvl="6" indent="0">
              <a:buNone/>
              <a:defRPr sz="1000"/>
            </a:lvl7pPr>
            <a:lvl8pPr marL="3200400" lvl="7" indent="0">
              <a:buNone/>
              <a:defRPr sz="1000"/>
            </a:lvl8pPr>
            <a:lvl9pPr marL="3657600" lvl="8" indent="0">
              <a:buNone/>
              <a:defRPr sz="1000"/>
            </a:lvl9pPr>
          </a:lstStyle>
          <a:p>
            <a:pPr lvl="0"/>
            <a:r>
              <a:rPr lang="en-US" altLang="en-US"/>
              <a:t>Click to edit Master text styles</a:t>
            </a:r>
          </a:p>
        </p:txBody>
      </p:sp>
      <p:sp>
        <p:nvSpPr>
          <p:cNvPr id="5" name="Date Placeholder 4">
            <a:extLst>
              <a:ext uri="{FF2B5EF4-FFF2-40B4-BE49-F238E27FC236}">
                <a16:creationId xmlns:a16="http://schemas.microsoft.com/office/drawing/2014/main" id="{A6A438CC-3857-154B-B360-9F8ABAB7A94B}"/>
              </a:ext>
            </a:extLst>
          </p:cNvPr>
          <p:cNvSpPr>
            <a:spLocks noGrp="1"/>
          </p:cNvSpPr>
          <p:nvPr>
            <p:ph type="dt" idx="10"/>
          </p:nvPr>
        </p:nvSpPr>
        <p:spPr/>
        <p:txBody>
          <a:bodyPr/>
          <a:lstStyle/>
          <a:p>
            <a:fld id="{2D6D1510-003B-4F61-ACAD-0CF58D77EE30}" type="datetimeFigureOut">
              <a:rPr lang="en-US" altLang="en-US"/>
              <a:t>7/9/2023</a:t>
            </a:fld>
            <a:endParaRPr lang="en-US" altLang="en-US"/>
          </a:p>
        </p:txBody>
      </p:sp>
      <p:sp>
        <p:nvSpPr>
          <p:cNvPr id="6" name="Footer Placeholder 5">
            <a:extLst>
              <a:ext uri="{FF2B5EF4-FFF2-40B4-BE49-F238E27FC236}">
                <a16:creationId xmlns:a16="http://schemas.microsoft.com/office/drawing/2014/main" id="{66BE7381-B91C-0C47-A467-2BD285A201F4}"/>
              </a:ext>
            </a:extLst>
          </p:cNvPr>
          <p:cNvSpPr>
            <a:spLocks noGrp="1"/>
          </p:cNvSpPr>
          <p:nvPr>
            <p:ph type="ftr" idx="11"/>
          </p:nvPr>
        </p:nvSpPr>
        <p:spPr/>
        <p:txBody>
          <a:bodyPr/>
          <a:lstStyle/>
          <a:p>
            <a:endParaRPr lang="en-US" altLang="en-US"/>
          </a:p>
        </p:txBody>
      </p:sp>
      <p:sp>
        <p:nvSpPr>
          <p:cNvPr id="7" name="Slide Number Placeholder 6">
            <a:extLst>
              <a:ext uri="{FF2B5EF4-FFF2-40B4-BE49-F238E27FC236}">
                <a16:creationId xmlns:a16="http://schemas.microsoft.com/office/drawing/2014/main" id="{AF386CA1-3602-E343-BCB2-B1F2CF6A7AFB}"/>
              </a:ext>
            </a:extLst>
          </p:cNvPr>
          <p:cNvSpPr>
            <a:spLocks noGrp="1"/>
          </p:cNvSpPr>
          <p:nvPr>
            <p:ph type="sldNum" idx="12"/>
          </p:nvPr>
        </p:nvSpPr>
        <p:spPr/>
        <p:txBody>
          <a:bodyPr/>
          <a:lstStyle/>
          <a:p>
            <a:fld id="{0420DE42-9518-4685-B160-35A5F3A4B941}" type="slidenum">
              <a:rPr lang="en-US" altLang="en-US"/>
              <a:t>‹#›</a:t>
            </a:fld>
            <a:endParaRPr lang="en-US" altLang="en-US"/>
          </a:p>
        </p:txBody>
      </p:sp>
    </p:spTree>
    <p:extLst>
      <p:ext uri="{BB962C8B-B14F-4D97-AF65-F5344CB8AC3E}">
        <p14:creationId xmlns:p14="http://schemas.microsoft.com/office/powerpoint/2010/main" val="1880810238"/>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59673-87B1-274C-853A-7393DEF30EA8}"/>
              </a:ext>
            </a:extLst>
          </p:cNvPr>
          <p:cNvSpPr>
            <a:spLocks noGrp="1"/>
          </p:cNvSpPr>
          <p:nvPr>
            <p:ph type="title"/>
          </p:nvPr>
        </p:nvSpPr>
        <p:spPr/>
        <p:txBody>
          <a:bodyPr/>
          <a:lstStyle/>
          <a:p>
            <a:r>
              <a:rPr lang="en-US" altLang="en-US"/>
              <a:t>Click to edit Master title style</a:t>
            </a:r>
          </a:p>
        </p:txBody>
      </p:sp>
      <p:sp>
        <p:nvSpPr>
          <p:cNvPr id="3" name="Vertical Text Placeholder 2">
            <a:extLst>
              <a:ext uri="{FF2B5EF4-FFF2-40B4-BE49-F238E27FC236}">
                <a16:creationId xmlns:a16="http://schemas.microsoft.com/office/drawing/2014/main" id="{473C6277-69FD-734A-A5ED-4FA9AA466C31}"/>
              </a:ext>
            </a:extLst>
          </p:cNvPr>
          <p:cNvSpPr>
            <a:spLocks noGrp="1"/>
          </p:cNvSpPr>
          <p:nvPr>
            <p:ph type="body" idx="1"/>
          </p:nvPr>
        </p:nvSpPr>
        <p:spPr/>
        <p:txBody>
          <a:bodyPr vert="eaVert"/>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C5D496D6-81A4-0A48-82E7-7C0FC03440D6}"/>
              </a:ext>
            </a:extLst>
          </p:cNvPr>
          <p:cNvSpPr>
            <a:spLocks noGrp="1"/>
          </p:cNvSpPr>
          <p:nvPr>
            <p:ph type="dt" idx="10"/>
          </p:nvPr>
        </p:nvSpPr>
        <p:spPr/>
        <p:txBody>
          <a:bodyPr/>
          <a:lstStyle/>
          <a:p>
            <a:fld id="{47540595-D7D7-4145-B675-F7384FAD47FA}" type="datetimeFigureOut">
              <a:rPr lang="en-US" altLang="en-US"/>
              <a:t>7/9/2023</a:t>
            </a:fld>
            <a:endParaRPr lang="en-US" altLang="en-US"/>
          </a:p>
        </p:txBody>
      </p:sp>
      <p:sp>
        <p:nvSpPr>
          <p:cNvPr id="5" name="Footer Placeholder 4">
            <a:extLst>
              <a:ext uri="{FF2B5EF4-FFF2-40B4-BE49-F238E27FC236}">
                <a16:creationId xmlns:a16="http://schemas.microsoft.com/office/drawing/2014/main" id="{9243B02A-3217-C64F-ABF8-69EF3C40D041}"/>
              </a:ext>
            </a:extLst>
          </p:cNvPr>
          <p:cNvSpPr>
            <a:spLocks noGrp="1"/>
          </p:cNvSpPr>
          <p:nvPr>
            <p:ph type="ftr" idx="11"/>
          </p:nvPr>
        </p:nvSpPr>
        <p:spPr/>
        <p:txBody>
          <a:bodyPr/>
          <a:lstStyle/>
          <a:p>
            <a:endParaRPr lang="en-US" altLang="en-US"/>
          </a:p>
        </p:txBody>
      </p:sp>
      <p:sp>
        <p:nvSpPr>
          <p:cNvPr id="6" name="Slide Number Placeholder 5">
            <a:extLst>
              <a:ext uri="{FF2B5EF4-FFF2-40B4-BE49-F238E27FC236}">
                <a16:creationId xmlns:a16="http://schemas.microsoft.com/office/drawing/2014/main" id="{E6BB106A-B3F7-AD48-84F3-BF8B0899FA87}"/>
              </a:ext>
            </a:extLst>
          </p:cNvPr>
          <p:cNvSpPr>
            <a:spLocks noGrp="1"/>
          </p:cNvSpPr>
          <p:nvPr>
            <p:ph type="sldNum" idx="12"/>
          </p:nvPr>
        </p:nvSpPr>
        <p:spPr/>
        <p:txBody>
          <a:bodyPr/>
          <a:lstStyle/>
          <a:p>
            <a:fld id="{FE79CDCD-59EA-4AC1-B683-81776B845014}" type="slidenum">
              <a:rPr lang="en-US" altLang="en-US"/>
              <a:t>‹#›</a:t>
            </a:fld>
            <a:endParaRPr lang="en-US" altLang="en-US"/>
          </a:p>
        </p:txBody>
      </p:sp>
    </p:spTree>
    <p:extLst>
      <p:ext uri="{BB962C8B-B14F-4D97-AF65-F5344CB8AC3E}">
        <p14:creationId xmlns:p14="http://schemas.microsoft.com/office/powerpoint/2010/main" val="1323989803"/>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194501C-B0DD-4342-99C9-459EDA9AEE49}"/>
              </a:ext>
            </a:extLst>
          </p:cNvPr>
          <p:cNvSpPr>
            <a:spLocks noGrp="1"/>
          </p:cNvSpPr>
          <p:nvPr>
            <p:ph type="title"/>
          </p:nvPr>
        </p:nvSpPr>
        <p:spPr>
          <a:xfrm>
            <a:off x="8724900" y="365125"/>
            <a:ext cx="2628900" cy="5811838"/>
          </a:xfrm>
        </p:spPr>
        <p:txBody>
          <a:bodyPr vert="eaVert"/>
          <a:lstStyle/>
          <a:p>
            <a:r>
              <a:rPr lang="en-US" altLang="en-US"/>
              <a:t>Click to edit Master title style</a:t>
            </a:r>
          </a:p>
        </p:txBody>
      </p:sp>
      <p:sp>
        <p:nvSpPr>
          <p:cNvPr id="3" name="Vertical Text Placeholder 2">
            <a:extLst>
              <a:ext uri="{FF2B5EF4-FFF2-40B4-BE49-F238E27FC236}">
                <a16:creationId xmlns:a16="http://schemas.microsoft.com/office/drawing/2014/main" id="{DFCBBAF8-472F-3540-8D48-DD3509741BFF}"/>
              </a:ext>
            </a:extLst>
          </p:cNvPr>
          <p:cNvSpPr>
            <a:spLocks noGrp="1"/>
          </p:cNvSpPr>
          <p:nvPr>
            <p:ph type="body" idx="1"/>
          </p:nvPr>
        </p:nvSpPr>
        <p:spPr>
          <a:xfrm>
            <a:off x="838200" y="365125"/>
            <a:ext cx="7734300" cy="5811838"/>
          </a:xfrm>
        </p:spPr>
        <p:txBody>
          <a:bodyPr vert="eaVert"/>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B4A47F34-D3AA-3E4B-9BF9-440366499F07}"/>
              </a:ext>
            </a:extLst>
          </p:cNvPr>
          <p:cNvSpPr>
            <a:spLocks noGrp="1"/>
          </p:cNvSpPr>
          <p:nvPr>
            <p:ph type="dt" idx="10"/>
          </p:nvPr>
        </p:nvSpPr>
        <p:spPr/>
        <p:txBody>
          <a:bodyPr/>
          <a:lstStyle/>
          <a:p>
            <a:fld id="{11F26CE5-72AC-407C-9050-8333E12CEFA2}" type="datetimeFigureOut">
              <a:rPr lang="en-US" altLang="en-US"/>
              <a:t>7/9/2023</a:t>
            </a:fld>
            <a:endParaRPr lang="en-US" altLang="en-US"/>
          </a:p>
        </p:txBody>
      </p:sp>
      <p:sp>
        <p:nvSpPr>
          <p:cNvPr id="5" name="Footer Placeholder 4">
            <a:extLst>
              <a:ext uri="{FF2B5EF4-FFF2-40B4-BE49-F238E27FC236}">
                <a16:creationId xmlns:a16="http://schemas.microsoft.com/office/drawing/2014/main" id="{6B03B6CB-77C6-4349-9AB2-BD7CCFDA43F7}"/>
              </a:ext>
            </a:extLst>
          </p:cNvPr>
          <p:cNvSpPr>
            <a:spLocks noGrp="1"/>
          </p:cNvSpPr>
          <p:nvPr>
            <p:ph type="ftr" idx="11"/>
          </p:nvPr>
        </p:nvSpPr>
        <p:spPr/>
        <p:txBody>
          <a:bodyPr/>
          <a:lstStyle/>
          <a:p>
            <a:endParaRPr lang="en-US" altLang="en-US"/>
          </a:p>
        </p:txBody>
      </p:sp>
      <p:sp>
        <p:nvSpPr>
          <p:cNvPr id="6" name="Slide Number Placeholder 5">
            <a:extLst>
              <a:ext uri="{FF2B5EF4-FFF2-40B4-BE49-F238E27FC236}">
                <a16:creationId xmlns:a16="http://schemas.microsoft.com/office/drawing/2014/main" id="{C4A57D76-71DC-8743-84D0-B64B97E99E14}"/>
              </a:ext>
            </a:extLst>
          </p:cNvPr>
          <p:cNvSpPr>
            <a:spLocks noGrp="1"/>
          </p:cNvSpPr>
          <p:nvPr>
            <p:ph type="sldNum" idx="12"/>
          </p:nvPr>
        </p:nvSpPr>
        <p:spPr/>
        <p:txBody>
          <a:bodyPr/>
          <a:lstStyle/>
          <a:p>
            <a:fld id="{04675597-C7CF-49A1-9C83-37BA1CE78A23}" type="slidenum">
              <a:rPr lang="en-US" altLang="en-US"/>
              <a:t>‹#›</a:t>
            </a:fld>
            <a:endParaRPr lang="en-US" altLang="en-US"/>
          </a:p>
        </p:txBody>
      </p:sp>
    </p:spTree>
    <p:extLst>
      <p:ext uri="{BB962C8B-B14F-4D97-AF65-F5344CB8AC3E}">
        <p14:creationId xmlns:p14="http://schemas.microsoft.com/office/powerpoint/2010/main" val="1740603988"/>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8E924AE-F602-0642-900A-FFB65C79CB2D}"/>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rPr lang="en-US" altLang="en-US"/>
              <a:t>Click to edit Master title style</a:t>
            </a:r>
          </a:p>
        </p:txBody>
      </p:sp>
      <p:sp>
        <p:nvSpPr>
          <p:cNvPr id="3" name="Text Placeholder 2">
            <a:extLst>
              <a:ext uri="{FF2B5EF4-FFF2-40B4-BE49-F238E27FC236}">
                <a16:creationId xmlns:a16="http://schemas.microsoft.com/office/drawing/2014/main" id="{99CD684C-9055-8944-A3CD-AECD3FB0D9A7}"/>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EF51D44D-3A40-D64F-A2F9-DC4B45E4C52C}"/>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lvl="0" algn="l">
              <a:defRPr sz="1200">
                <a:solidFill>
                  <a:schemeClr val="tx1">
                    <a:tint val="75000"/>
                  </a:schemeClr>
                </a:solidFill>
              </a:defRPr>
            </a:lvl1pPr>
          </a:lstStyle>
          <a:p>
            <a:fld id="{544F9B5A-3F4F-4DEA-8FB5-067E2FDA20D3}" type="datetimeFigureOut">
              <a:rPr lang="en-US" altLang="en-US"/>
              <a:t>7/9/2023</a:t>
            </a:fld>
            <a:endParaRPr lang="en-US" altLang="en-US"/>
          </a:p>
        </p:txBody>
      </p:sp>
      <p:sp>
        <p:nvSpPr>
          <p:cNvPr id="5" name="Footer Placeholder 4">
            <a:extLst>
              <a:ext uri="{FF2B5EF4-FFF2-40B4-BE49-F238E27FC236}">
                <a16:creationId xmlns:a16="http://schemas.microsoft.com/office/drawing/2014/main" id="{90CED067-330E-7641-A192-A5A19EF05EEC}"/>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lvl="0" algn="ctr">
              <a:defRPr sz="1200">
                <a:solidFill>
                  <a:schemeClr val="tx1">
                    <a:tint val="75000"/>
                  </a:schemeClr>
                </a:solidFill>
              </a:defRPr>
            </a:lvl1pPr>
          </a:lstStyle>
          <a:p>
            <a:endParaRPr lang="en-US" altLang="en-US"/>
          </a:p>
        </p:txBody>
      </p:sp>
      <p:sp>
        <p:nvSpPr>
          <p:cNvPr id="6" name="Slide Number Placeholder 5">
            <a:extLst>
              <a:ext uri="{FF2B5EF4-FFF2-40B4-BE49-F238E27FC236}">
                <a16:creationId xmlns:a16="http://schemas.microsoft.com/office/drawing/2014/main" id="{445ABADD-B05E-3C42-83B5-4676C4726D0E}"/>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lvl="0" algn="r">
              <a:defRPr sz="1200">
                <a:solidFill>
                  <a:schemeClr val="tx1">
                    <a:tint val="75000"/>
                  </a:schemeClr>
                </a:solidFill>
              </a:defRPr>
            </a:lvl1pPr>
          </a:lstStyle>
          <a:p>
            <a:fld id="{5034CC2A-925C-46D9-BA53-74F7245B2E26}" type="slidenum">
              <a:rPr lang="en-US" altLang="en-US"/>
              <a:t>‹#›</a:t>
            </a:fld>
            <a:endParaRPr lang="en-US" altLang="en-US"/>
          </a:p>
        </p:txBody>
      </p:sp>
    </p:spTree>
    <p:extLst>
      <p:ext uri="{BB962C8B-B14F-4D97-AF65-F5344CB8AC3E}">
        <p14:creationId xmlns:p14="http://schemas.microsoft.com/office/powerpoint/2010/main" val="12427905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lvl="0" algn="l" defTabSz="914400">
        <a:lnSpc>
          <a:spcPct val="90000"/>
        </a:lnSpc>
        <a:spcBef>
          <a:spcPct val="0"/>
        </a:spcBef>
        <a:buNone/>
        <a:defRPr sz="4400" kern="1200">
          <a:solidFill>
            <a:schemeClr val="tx1"/>
          </a:solidFill>
          <a:latin typeface="Calibri Light"/>
          <a:ea typeface="等线 Light"/>
        </a:defRPr>
      </a:lvl1pPr>
    </p:titleStyle>
    <p:bodyStyle>
      <a:lvl1pPr marL="228600" lvl="0" indent="-228600" algn="l" defTabSz="914400">
        <a:lnSpc>
          <a:spcPct val="90000"/>
        </a:lnSpc>
        <a:spcBef>
          <a:spcPts val="1000"/>
        </a:spcBef>
        <a:buFont typeface="Arial" charset="0"/>
        <a:buChar char="•"/>
        <a:defRPr sz="2800" kern="1200">
          <a:solidFill>
            <a:schemeClr val="tx1"/>
          </a:solidFill>
          <a:latin typeface="Calibri"/>
          <a:ea typeface="等线"/>
        </a:defRPr>
      </a:lvl1pPr>
      <a:lvl2pPr marL="685800" lvl="1" indent="-228600" algn="l" defTabSz="914400">
        <a:lnSpc>
          <a:spcPct val="90000"/>
        </a:lnSpc>
        <a:spcBef>
          <a:spcPts val="500"/>
        </a:spcBef>
        <a:buFont typeface="Arial" charset="0"/>
        <a:buChar char="•"/>
        <a:defRPr sz="2400" kern="1200">
          <a:solidFill>
            <a:schemeClr val="tx1"/>
          </a:solidFill>
          <a:latin typeface="Calibri"/>
          <a:ea typeface="等线"/>
        </a:defRPr>
      </a:lvl2pPr>
      <a:lvl3pPr marL="1143000" lvl="2" indent="-228600" algn="l" defTabSz="914400">
        <a:lnSpc>
          <a:spcPct val="90000"/>
        </a:lnSpc>
        <a:spcBef>
          <a:spcPts val="500"/>
        </a:spcBef>
        <a:buFont typeface="Arial" charset="0"/>
        <a:buChar char="•"/>
        <a:defRPr sz="2000" kern="1200">
          <a:solidFill>
            <a:schemeClr val="tx1"/>
          </a:solidFill>
          <a:latin typeface="Calibri"/>
          <a:ea typeface="等线"/>
        </a:defRPr>
      </a:lvl3pPr>
      <a:lvl4pPr marL="1600200" lvl="3" indent="-228600" algn="l" defTabSz="914400">
        <a:lnSpc>
          <a:spcPct val="90000"/>
        </a:lnSpc>
        <a:spcBef>
          <a:spcPts val="500"/>
        </a:spcBef>
        <a:buFont typeface="Arial" charset="0"/>
        <a:buChar char="•"/>
        <a:defRPr sz="1800" kern="1200">
          <a:solidFill>
            <a:schemeClr val="tx1"/>
          </a:solidFill>
          <a:latin typeface="Calibri"/>
          <a:ea typeface="等线"/>
        </a:defRPr>
      </a:lvl4pPr>
      <a:lvl5pPr marL="2057400" lvl="4" indent="-228600" algn="l" defTabSz="914400">
        <a:lnSpc>
          <a:spcPct val="90000"/>
        </a:lnSpc>
        <a:spcBef>
          <a:spcPts val="500"/>
        </a:spcBef>
        <a:buFont typeface="Arial" charset="0"/>
        <a:buChar char="•"/>
        <a:defRPr sz="1800" kern="1200">
          <a:solidFill>
            <a:schemeClr val="tx1"/>
          </a:solidFill>
          <a:latin typeface="Calibri"/>
          <a:ea typeface="等线"/>
        </a:defRPr>
      </a:lvl5pPr>
      <a:lvl6pPr marL="2514600" lvl="5" indent="-228600" algn="l" defTabSz="914400">
        <a:lnSpc>
          <a:spcPct val="90000"/>
        </a:lnSpc>
        <a:spcBef>
          <a:spcPts val="500"/>
        </a:spcBef>
        <a:buFont typeface="Arial" charset="0"/>
        <a:buChar char="•"/>
        <a:defRPr sz="1800" kern="1200">
          <a:solidFill>
            <a:schemeClr val="tx1"/>
          </a:solidFill>
          <a:latin typeface="Calibri"/>
          <a:ea typeface="等线"/>
        </a:defRPr>
      </a:lvl6pPr>
      <a:lvl7pPr marL="2971800" lvl="6" indent="-228600" algn="l" defTabSz="914400">
        <a:lnSpc>
          <a:spcPct val="90000"/>
        </a:lnSpc>
        <a:spcBef>
          <a:spcPts val="500"/>
        </a:spcBef>
        <a:buFont typeface="Arial" charset="0"/>
        <a:buChar char="•"/>
        <a:defRPr sz="1800" kern="1200">
          <a:solidFill>
            <a:schemeClr val="tx1"/>
          </a:solidFill>
          <a:latin typeface="Calibri"/>
          <a:ea typeface="等线"/>
        </a:defRPr>
      </a:lvl7pPr>
      <a:lvl8pPr marL="3429000" lvl="7" indent="-228600" algn="l" defTabSz="914400">
        <a:lnSpc>
          <a:spcPct val="90000"/>
        </a:lnSpc>
        <a:spcBef>
          <a:spcPts val="500"/>
        </a:spcBef>
        <a:buFont typeface="Arial" charset="0"/>
        <a:buChar char="•"/>
        <a:defRPr sz="1800" kern="1200">
          <a:solidFill>
            <a:schemeClr val="tx1"/>
          </a:solidFill>
          <a:latin typeface="Calibri"/>
          <a:ea typeface="等线"/>
        </a:defRPr>
      </a:lvl8pPr>
      <a:lvl9pPr marL="3886200" lvl="8" indent="-228600" algn="l" defTabSz="914400">
        <a:lnSpc>
          <a:spcPct val="90000"/>
        </a:lnSpc>
        <a:spcBef>
          <a:spcPts val="500"/>
        </a:spcBef>
        <a:buFont typeface="Arial" charset="0"/>
        <a:buChar char="•"/>
        <a:defRPr sz="1800" kern="1200">
          <a:solidFill>
            <a:schemeClr val="tx1"/>
          </a:solidFill>
          <a:latin typeface="Calibri"/>
          <a:ea typeface="等线"/>
        </a:defRPr>
      </a:lvl9pPr>
    </p:bodyStyle>
    <p:otherStyle>
      <a:lvl1pPr marL="0" lvl="0" algn="l" defTabSz="914400">
        <a:defRPr sz="1800" kern="1200">
          <a:solidFill>
            <a:schemeClr val="tx1"/>
          </a:solidFill>
          <a:latin typeface="Calibri"/>
          <a:ea typeface="等线"/>
        </a:defRPr>
      </a:lvl1pPr>
      <a:lvl2pPr marL="457200" lvl="1" algn="l" defTabSz="914400">
        <a:defRPr sz="1800" kern="1200">
          <a:solidFill>
            <a:schemeClr val="tx1"/>
          </a:solidFill>
          <a:latin typeface="Calibri"/>
          <a:ea typeface="等线"/>
        </a:defRPr>
      </a:lvl2pPr>
      <a:lvl3pPr marL="914400" lvl="2" algn="l" defTabSz="914400">
        <a:defRPr sz="1800" kern="1200">
          <a:solidFill>
            <a:schemeClr val="tx1"/>
          </a:solidFill>
          <a:latin typeface="Calibri"/>
          <a:ea typeface="等线"/>
        </a:defRPr>
      </a:lvl3pPr>
      <a:lvl4pPr marL="1371600" lvl="3" algn="l" defTabSz="914400">
        <a:defRPr sz="1800" kern="1200">
          <a:solidFill>
            <a:schemeClr val="tx1"/>
          </a:solidFill>
          <a:latin typeface="Calibri"/>
          <a:ea typeface="等线"/>
        </a:defRPr>
      </a:lvl4pPr>
      <a:lvl5pPr marL="1828800" lvl="4" algn="l" defTabSz="914400">
        <a:defRPr sz="1800" kern="1200">
          <a:solidFill>
            <a:schemeClr val="tx1"/>
          </a:solidFill>
          <a:latin typeface="Calibri"/>
          <a:ea typeface="等线"/>
        </a:defRPr>
      </a:lvl5pPr>
      <a:lvl6pPr marL="2286000" lvl="5" algn="l" defTabSz="914400">
        <a:defRPr sz="1800" kern="1200">
          <a:solidFill>
            <a:schemeClr val="tx1"/>
          </a:solidFill>
          <a:latin typeface="Calibri"/>
          <a:ea typeface="等线"/>
        </a:defRPr>
      </a:lvl6pPr>
      <a:lvl7pPr marL="2743200" lvl="6" algn="l" defTabSz="914400">
        <a:defRPr sz="1800" kern="1200">
          <a:solidFill>
            <a:schemeClr val="tx1"/>
          </a:solidFill>
          <a:latin typeface="Calibri"/>
          <a:ea typeface="等线"/>
        </a:defRPr>
      </a:lvl7pPr>
      <a:lvl8pPr marL="3200400" lvl="7" algn="l" defTabSz="914400">
        <a:defRPr sz="1800" kern="1200">
          <a:solidFill>
            <a:schemeClr val="tx1"/>
          </a:solidFill>
          <a:latin typeface="Calibri"/>
          <a:ea typeface="等线"/>
        </a:defRPr>
      </a:lvl8pPr>
      <a:lvl9pPr marL="3657600" lvl="8" algn="l" defTabSz="914400">
        <a:defRPr sz="1800" kern="1200">
          <a:solidFill>
            <a:schemeClr val="tx1"/>
          </a:solidFill>
          <a:latin typeface="Calibri"/>
          <a:ea typeface="等线"/>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72DAE-995D-004F-974D-CE2611AFBA56}"/>
              </a:ext>
            </a:extLst>
          </p:cNvPr>
          <p:cNvSpPr>
            <a:spLocks noGrp="1"/>
          </p:cNvSpPr>
          <p:nvPr>
            <p:ph type="ctrTitle"/>
          </p:nvPr>
        </p:nvSpPr>
        <p:spPr>
          <a:xfrm>
            <a:off x="1524064" y="735841"/>
            <a:ext cx="9144000" cy="2387600"/>
          </a:xfrm>
        </p:spPr>
        <p:txBody>
          <a:bodyPr anchor="t">
            <a:normAutofit fontScale="90000"/>
          </a:bodyPr>
          <a:lstStyle/>
          <a:p>
            <a:pPr lvl="0"/>
            <a:r>
              <a:rPr lang="en-US" altLang="en-US">
                <a:solidFill>
                  <a:srgbClr val="000000"/>
                </a:solidFill>
                <a:latin typeface="Times New Roman"/>
                <a:ea typeface="Times New Roman"/>
              </a:rPr>
              <a:t>Innovative Algorithms for the Astronomical Image Restoration
</a:t>
            </a:r>
            <a:r>
              <a:rPr lang="en-US" altLang="en-US" sz="2400">
                <a:latin typeface="Times New Roman"/>
                <a:ea typeface="等线 Light"/>
              </a:rPr>
              <a:t>Lu Yi 121090386		Li Junxi 120090124</a:t>
            </a:r>
          </a:p>
        </p:txBody>
      </p:sp>
      <p:sp>
        <p:nvSpPr>
          <p:cNvPr id="3" name="Subtitle 2">
            <a:extLst>
              <a:ext uri="{FF2B5EF4-FFF2-40B4-BE49-F238E27FC236}">
                <a16:creationId xmlns:a16="http://schemas.microsoft.com/office/drawing/2014/main" id="{541931E4-CA9E-DE49-B7FF-7F8956F5FC71}"/>
              </a:ext>
            </a:extLst>
          </p:cNvPr>
          <p:cNvSpPr>
            <a:spLocks noGrp="1"/>
          </p:cNvSpPr>
          <p:nvPr>
            <p:ph type="subTitle" idx="1"/>
          </p:nvPr>
        </p:nvSpPr>
        <p:spPr>
          <a:xfrm>
            <a:off x="1351237" y="2954216"/>
            <a:ext cx="9144000" cy="3225519"/>
          </a:xfrm>
        </p:spPr>
        <p:txBody>
          <a:bodyPr anchor="b">
            <a:normAutofit/>
          </a:bodyPr>
          <a:lstStyle/>
          <a:p>
            <a:pPr lvl="0" algn="just">
              <a:lnSpc>
                <a:spcPct val="145000"/>
              </a:lnSpc>
            </a:pPr>
            <a:r>
              <a:rPr lang="en-US" altLang="en-US" i="1" dirty="0">
                <a:latin typeface="Times New Roman"/>
                <a:ea typeface="等线"/>
              </a:rPr>
              <a:t>Motivation: </a:t>
            </a:r>
            <a:r>
              <a:rPr lang="en-US" altLang="en-US" dirty="0">
                <a:solidFill>
                  <a:srgbClr val="000000"/>
                </a:solidFill>
                <a:latin typeface="Times New Roman"/>
                <a:ea typeface="Times New Roman"/>
              </a:rPr>
              <a:t>In Astrophotography, the object we shoot is a very dim celestial body in the universe, whose light signal may not be much stronger than the noise. However, astronomy images with high resolution are critical for the scientific research, and we can often only get images with noise at the first place. As a result, we aim to preprocess the deep space image to remove the noise and get images with better quality.</a:t>
            </a:r>
          </a:p>
        </p:txBody>
      </p:sp>
    </p:spTree>
    <p:extLst>
      <p:ext uri="{BB962C8B-B14F-4D97-AF65-F5344CB8AC3E}">
        <p14:creationId xmlns:p14="http://schemas.microsoft.com/office/powerpoint/2010/main" val="28457398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9856C-3D90-2441-B846-651E91D68434}"/>
              </a:ext>
            </a:extLst>
          </p:cNvPr>
          <p:cNvSpPr>
            <a:spLocks noGrp="1"/>
          </p:cNvSpPr>
          <p:nvPr>
            <p:ph type="title"/>
          </p:nvPr>
        </p:nvSpPr>
        <p:spPr>
          <a:xfrm>
            <a:off x="681407" y="214400"/>
            <a:ext cx="10515600" cy="911015"/>
          </a:xfrm>
        </p:spPr>
        <p:txBody>
          <a:bodyPr>
            <a:normAutofit/>
          </a:bodyPr>
          <a:lstStyle/>
          <a:p>
            <a:r>
              <a:rPr lang="en-US" altLang="en-US" sz="3600" dirty="0">
                <a:latin typeface="Times New Roman"/>
              </a:rPr>
              <a:t>Goal and Methodology</a:t>
            </a:r>
          </a:p>
        </p:txBody>
      </p:sp>
      <p:sp>
        <p:nvSpPr>
          <p:cNvPr id="3" name="Content Placeholder 2">
            <a:extLst>
              <a:ext uri="{FF2B5EF4-FFF2-40B4-BE49-F238E27FC236}">
                <a16:creationId xmlns:a16="http://schemas.microsoft.com/office/drawing/2014/main" id="{91BDADCE-AD9E-DE40-ADEF-AA2FCACF33BA}"/>
              </a:ext>
            </a:extLst>
          </p:cNvPr>
          <p:cNvSpPr>
            <a:spLocks noGrp="1"/>
          </p:cNvSpPr>
          <p:nvPr>
            <p:ph idx="1"/>
          </p:nvPr>
        </p:nvSpPr>
        <p:spPr>
          <a:xfrm>
            <a:off x="731649" y="1205808"/>
            <a:ext cx="10515600" cy="4863396"/>
          </a:xfrm>
        </p:spPr>
        <p:txBody>
          <a:bodyPr>
            <a:noAutofit/>
          </a:bodyPr>
          <a:lstStyle/>
          <a:p>
            <a:pPr marL="0" lvl="0" indent="0">
              <a:lnSpc>
                <a:spcPct val="145000"/>
              </a:lnSpc>
              <a:buNone/>
            </a:pPr>
            <a:r>
              <a:rPr lang="en-US" altLang="en-US" sz="1600" i="1" dirty="0">
                <a:latin typeface="Times New Roman"/>
                <a:ea typeface="Times New Roman"/>
              </a:rPr>
              <a:t>Goal</a:t>
            </a:r>
            <a:r>
              <a:rPr lang="en-US" altLang="en-US" sz="1600" dirty="0">
                <a:latin typeface="Times New Roman"/>
                <a:ea typeface="Times New Roman"/>
              </a:rPr>
              <a:t>: </a:t>
            </a:r>
            <a:r>
              <a:rPr lang="en-US" altLang="en-US" sz="1600" dirty="0">
                <a:solidFill>
                  <a:srgbClr val="000000"/>
                </a:solidFill>
                <a:latin typeface="Times New Roman"/>
                <a:ea typeface="Times New Roman"/>
              </a:rPr>
              <a:t>Our goal is to design some innovative algorithms to overcome some of those limitations and output better processed images. At the same time, the time and computation complexity of the algorithm is also considered as one of our target. We may try to derive some algorithms with lower computation complexity so that we can have higher efficiency.</a:t>
            </a:r>
            <a:endParaRPr lang="en-US" altLang="en-US" sz="1600" dirty="0">
              <a:latin typeface="Times New Roman"/>
            </a:endParaRPr>
          </a:p>
          <a:p>
            <a:pPr lvl="0"/>
            <a:endParaRPr lang="en-US" altLang="en-US" sz="1600" dirty="0">
              <a:latin typeface="Times New Roman"/>
              <a:ea typeface="等线"/>
            </a:endParaRPr>
          </a:p>
          <a:p>
            <a:pPr marL="0" lvl="0" indent="0">
              <a:lnSpc>
                <a:spcPct val="145000"/>
              </a:lnSpc>
              <a:buNone/>
            </a:pPr>
            <a:r>
              <a:rPr lang="en-US" altLang="en-US" sz="1600" dirty="0">
                <a:latin typeface="Times New Roman"/>
                <a:ea typeface="等线"/>
              </a:rPr>
              <a:t>Plan of Action</a:t>
            </a:r>
          </a:p>
          <a:p>
            <a:pPr marL="514350" lvl="0" indent="-514350">
              <a:lnSpc>
                <a:spcPct val="145000"/>
              </a:lnSpc>
              <a:buFont typeface="Calibri Light"/>
              <a:buAutoNum type="arabicPeriod"/>
            </a:pPr>
            <a:r>
              <a:rPr lang="en-US" altLang="en-US" sz="1600" dirty="0">
                <a:latin typeface="Times New Roman"/>
                <a:ea typeface="等线"/>
              </a:rPr>
              <a:t>Download </a:t>
            </a:r>
            <a:r>
              <a:rPr lang="en-US" altLang="en-US" sz="1600" dirty="0">
                <a:solidFill>
                  <a:srgbClr val="000000"/>
                </a:solidFill>
                <a:latin typeface="Times New Roman"/>
                <a:ea typeface="Times New Roman"/>
              </a:rPr>
              <a:t>astronomical image datasets from the Internet.</a:t>
            </a:r>
          </a:p>
          <a:p>
            <a:pPr marL="514350" lvl="0" indent="-514350">
              <a:lnSpc>
                <a:spcPct val="145000"/>
              </a:lnSpc>
              <a:buFont typeface="Calibri Light"/>
              <a:buAutoNum type="arabicPeriod"/>
            </a:pPr>
            <a:r>
              <a:rPr lang="en-US" altLang="en-US" sz="1600" dirty="0">
                <a:latin typeface="Times New Roman"/>
                <a:ea typeface="等线"/>
              </a:rPr>
              <a:t>Use classical algorithms </a:t>
            </a:r>
            <a:r>
              <a:rPr lang="zh-CN" altLang="zh-CN" sz="1600" dirty="0">
                <a:latin typeface="Times New Roman"/>
                <a:ea typeface="等线"/>
              </a:rPr>
              <a:t>–</a:t>
            </a:r>
            <a:r>
              <a:rPr lang="en-US" altLang="en-US" sz="1600" dirty="0">
                <a:latin typeface="Times New Roman"/>
                <a:ea typeface="等线"/>
              </a:rPr>
              <a:t> </a:t>
            </a:r>
            <a:r>
              <a:rPr lang="en-US" altLang="en-US" sz="1600" dirty="0">
                <a:solidFill>
                  <a:srgbClr val="000000"/>
                </a:solidFill>
                <a:latin typeface="Times New Roman"/>
                <a:ea typeface="Times New Roman"/>
              </a:rPr>
              <a:t>inverse filtering, wiener filter, least squares filtering and so on</a:t>
            </a:r>
            <a:r>
              <a:rPr lang="en-US" altLang="en-US" sz="1600" dirty="0">
                <a:latin typeface="Times New Roman"/>
                <a:ea typeface="等线"/>
              </a:rPr>
              <a:t> </a:t>
            </a:r>
            <a:r>
              <a:rPr lang="zh-CN" altLang="zh-CN" sz="1600" dirty="0">
                <a:latin typeface="Times New Roman"/>
                <a:ea typeface="等线"/>
              </a:rPr>
              <a:t>–</a:t>
            </a:r>
            <a:r>
              <a:rPr lang="en-US" altLang="en-US" sz="1600" dirty="0">
                <a:latin typeface="Times New Roman"/>
                <a:ea typeface="等线"/>
              </a:rPr>
              <a:t> to process </a:t>
            </a:r>
            <a:r>
              <a:rPr lang="en-US" altLang="en-US" sz="1600" dirty="0">
                <a:solidFill>
                  <a:srgbClr val="000000"/>
                </a:solidFill>
                <a:latin typeface="Times New Roman"/>
                <a:ea typeface="Times New Roman"/>
              </a:rPr>
              <a:t>astronomical images.</a:t>
            </a:r>
          </a:p>
          <a:p>
            <a:pPr marL="514350" lvl="0" indent="-514350">
              <a:lnSpc>
                <a:spcPct val="145000"/>
              </a:lnSpc>
              <a:buFont typeface="Calibri Light"/>
              <a:buAutoNum type="arabicPeriod"/>
            </a:pPr>
            <a:r>
              <a:rPr lang="en-US" altLang="en-US" sz="1600" dirty="0">
                <a:latin typeface="Times New Roman"/>
                <a:ea typeface="等线"/>
              </a:rPr>
              <a:t>Find innovative algorithms to process </a:t>
            </a:r>
            <a:r>
              <a:rPr lang="en-US" altLang="en-US" sz="1600" dirty="0">
                <a:solidFill>
                  <a:srgbClr val="000000"/>
                </a:solidFill>
                <a:latin typeface="Times New Roman"/>
                <a:ea typeface="Times New Roman"/>
              </a:rPr>
              <a:t>astronomical images.</a:t>
            </a:r>
          </a:p>
          <a:p>
            <a:pPr marL="514350" lvl="0" indent="-514350">
              <a:lnSpc>
                <a:spcPct val="145000"/>
              </a:lnSpc>
              <a:buFont typeface="Calibri Light"/>
              <a:buAutoNum type="arabicPeriod"/>
            </a:pPr>
            <a:r>
              <a:rPr lang="en-US" altLang="en-US" sz="1600" dirty="0">
                <a:solidFill>
                  <a:srgbClr val="000000"/>
                </a:solidFill>
                <a:latin typeface="Times New Roman"/>
                <a:ea typeface="Times New Roman"/>
              </a:rPr>
              <a:t>Compare the difference between classical algorithms and the innovative ones.</a:t>
            </a:r>
          </a:p>
          <a:p>
            <a:pPr marL="514350" lvl="0" indent="-514350">
              <a:lnSpc>
                <a:spcPct val="145000"/>
              </a:lnSpc>
              <a:buFont typeface="Calibri Light"/>
              <a:buAutoNum type="arabicPeriod"/>
            </a:pPr>
            <a:r>
              <a:rPr lang="en-US" altLang="en-US" sz="1600" dirty="0">
                <a:latin typeface="Times New Roman"/>
                <a:ea typeface="等线"/>
              </a:rPr>
              <a:t>Evalu</a:t>
            </a:r>
            <a:r>
              <a:rPr lang="en-US" altLang="zh-CN" sz="1600" dirty="0">
                <a:latin typeface="Times New Roman"/>
                <a:ea typeface="等线"/>
              </a:rPr>
              <a:t>a</a:t>
            </a:r>
            <a:r>
              <a:rPr lang="en-US" altLang="en-US" sz="1600" dirty="0">
                <a:latin typeface="Times New Roman"/>
                <a:ea typeface="等线"/>
              </a:rPr>
              <a:t>te the result and conclude different algorithms suitable for different kinds of noise. </a:t>
            </a:r>
          </a:p>
        </p:txBody>
      </p:sp>
    </p:spTree>
    <p:extLst>
      <p:ext uri="{BB962C8B-B14F-4D97-AF65-F5344CB8AC3E}">
        <p14:creationId xmlns:p14="http://schemas.microsoft.com/office/powerpoint/2010/main" val="15277630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005F9-B457-794E-8A12-882A12F8AB5F}"/>
              </a:ext>
            </a:extLst>
          </p:cNvPr>
          <p:cNvSpPr>
            <a:spLocks noGrp="1"/>
          </p:cNvSpPr>
          <p:nvPr>
            <p:ph type="title"/>
          </p:nvPr>
        </p:nvSpPr>
        <p:spPr/>
        <p:txBody>
          <a:bodyPr/>
          <a:lstStyle/>
          <a:p>
            <a:r>
              <a:rPr lang="en-US" altLang="en-US" dirty="0">
                <a:latin typeface="Times New Roman"/>
              </a:rPr>
              <a:t>Dataset and Initial Results</a:t>
            </a:r>
          </a:p>
        </p:txBody>
      </p:sp>
      <p:sp>
        <p:nvSpPr>
          <p:cNvPr id="3" name="Content Placeholder 2">
            <a:extLst>
              <a:ext uri="{FF2B5EF4-FFF2-40B4-BE49-F238E27FC236}">
                <a16:creationId xmlns:a16="http://schemas.microsoft.com/office/drawing/2014/main" id="{05241085-B722-3D4A-85FD-2C8A7F54FD13}"/>
              </a:ext>
            </a:extLst>
          </p:cNvPr>
          <p:cNvSpPr>
            <a:spLocks noGrp="1"/>
          </p:cNvSpPr>
          <p:nvPr>
            <p:ph idx="1"/>
          </p:nvPr>
        </p:nvSpPr>
        <p:spPr>
          <a:xfrm>
            <a:off x="743514" y="1376083"/>
            <a:ext cx="10410495" cy="5172827"/>
          </a:xfrm>
        </p:spPr>
        <p:txBody>
          <a:bodyPr>
            <a:normAutofit/>
          </a:bodyPr>
          <a:lstStyle/>
          <a:p>
            <a:pPr lvl="0">
              <a:buFont typeface="Arial"/>
              <a:buChar char="•"/>
            </a:pPr>
            <a:r>
              <a:rPr lang="en-US" altLang="en-US" b="1" dirty="0">
                <a:solidFill>
                  <a:srgbClr val="000000"/>
                </a:solidFill>
                <a:highlight>
                  <a:srgbClr val="FFFFFF"/>
                </a:highlight>
                <a:latin typeface="Times New Roman"/>
                <a:ea typeface="Times New Roman"/>
              </a:rPr>
              <a:t>NASA Image Of The Day Dataset</a:t>
            </a:r>
            <a:r>
              <a:rPr lang="zh-CN" altLang="zh-CN" b="1" dirty="0">
                <a:solidFill>
                  <a:srgbClr val="000000"/>
                </a:solidFill>
                <a:highlight>
                  <a:srgbClr val="FFFFFF"/>
                </a:highlight>
                <a:latin typeface="Times New Roman"/>
                <a:ea typeface="Times New Roman"/>
              </a:rPr>
              <a:t>（</a:t>
            </a:r>
            <a:r>
              <a:rPr lang="en-US" altLang="en-US" dirty="0">
                <a:solidFill>
                  <a:srgbClr val="000000"/>
                </a:solidFill>
                <a:highlight>
                  <a:srgbClr val="FFFFFF"/>
                </a:highlight>
                <a:latin typeface="Times New Roman"/>
                <a:ea typeface="Times New Roman"/>
              </a:rPr>
              <a:t>from 2015.01.01 up until 2022.10.03.</a:t>
            </a:r>
            <a:r>
              <a:rPr lang="zh-CN" altLang="zh-CN" b="1" dirty="0">
                <a:solidFill>
                  <a:srgbClr val="000000"/>
                </a:solidFill>
                <a:highlight>
                  <a:srgbClr val="FFFFFF"/>
                </a:highlight>
                <a:latin typeface="Times New Roman"/>
                <a:ea typeface="Times New Roman"/>
              </a:rPr>
              <a:t>）</a:t>
            </a:r>
          </a:p>
          <a:p>
            <a:pPr lvl="1">
              <a:lnSpc>
                <a:spcPct val="100000"/>
              </a:lnSpc>
              <a:buFont typeface="Arial"/>
              <a:buChar char="•"/>
            </a:pPr>
            <a:r>
              <a:rPr lang="en-US" altLang="en-US" i="1" dirty="0">
                <a:solidFill>
                  <a:srgbClr val="000000"/>
                </a:solidFill>
                <a:highlight>
                  <a:srgbClr val="FFFFFF"/>
                </a:highlight>
                <a:latin typeface="Times New Roman"/>
                <a:ea typeface="Times New Roman"/>
              </a:rPr>
              <a:t>2481</a:t>
            </a:r>
            <a:r>
              <a:rPr lang="en-US" altLang="en-US" dirty="0">
                <a:solidFill>
                  <a:srgbClr val="000000"/>
                </a:solidFill>
                <a:highlight>
                  <a:srgbClr val="FFFFFF"/>
                </a:highlight>
                <a:latin typeface="Times New Roman"/>
                <a:ea typeface="Times New Roman"/>
              </a:rPr>
              <a:t> </a:t>
            </a:r>
            <a:r>
              <a:rPr lang="en-US" altLang="en-US" i="1" dirty="0">
                <a:solidFill>
                  <a:srgbClr val="000000"/>
                </a:solidFill>
                <a:highlight>
                  <a:srgbClr val="FFFFFF"/>
                </a:highlight>
                <a:latin typeface="Times New Roman"/>
                <a:ea typeface="Times New Roman"/>
              </a:rPr>
              <a:t>600x600 </a:t>
            </a:r>
            <a:r>
              <a:rPr lang="en-US" altLang="en-US" dirty="0">
                <a:solidFill>
                  <a:srgbClr val="000000"/>
                </a:solidFill>
                <a:latin typeface="Times New Roman"/>
                <a:ea typeface="Times New Roman"/>
              </a:rPr>
              <a:t>images</a:t>
            </a:r>
          </a:p>
          <a:p>
            <a:pPr lvl="0"/>
            <a:r>
              <a:rPr lang="en-US" altLang="en-US" b="1" dirty="0">
                <a:solidFill>
                  <a:srgbClr val="000000"/>
                </a:solidFill>
                <a:highlight>
                  <a:srgbClr val="FFFFFF"/>
                </a:highlight>
                <a:latin typeface="Times New Roman"/>
                <a:ea typeface="Times New Roman"/>
              </a:rPr>
              <a:t>Top 100 Hubble Telescope Images</a:t>
            </a:r>
          </a:p>
          <a:p>
            <a:pPr lvl="1">
              <a:lnSpc>
                <a:spcPct val="100000"/>
              </a:lnSpc>
            </a:pPr>
            <a:r>
              <a:rPr lang="en-US" altLang="en-US" i="1" dirty="0">
                <a:solidFill>
                  <a:srgbClr val="000000"/>
                </a:solidFill>
                <a:highlight>
                  <a:srgbClr val="FFFFFF"/>
                </a:highlight>
                <a:latin typeface="Times New Roman"/>
                <a:ea typeface="Times New Roman"/>
              </a:rPr>
              <a:t>100  </a:t>
            </a:r>
            <a:r>
              <a:rPr lang="en-US" altLang="en-US" dirty="0">
                <a:solidFill>
                  <a:srgbClr val="000000"/>
                </a:solidFill>
                <a:latin typeface="Times New Roman"/>
                <a:ea typeface="Times New Roman"/>
              </a:rPr>
              <a:t>images </a:t>
            </a:r>
            <a:r>
              <a:rPr lang="en-US" altLang="en-US" dirty="0">
                <a:solidFill>
                  <a:srgbClr val="000000"/>
                </a:solidFill>
                <a:highlight>
                  <a:srgbClr val="FFFFFF"/>
                </a:highlight>
                <a:latin typeface="Times New Roman"/>
                <a:ea typeface="Times New Roman"/>
              </a:rPr>
              <a:t>taken by the Hubble Telescope</a:t>
            </a:r>
          </a:p>
          <a:p>
            <a:pPr marL="0" lvl="1" indent="0">
              <a:lnSpc>
                <a:spcPct val="100000"/>
              </a:lnSpc>
              <a:buNone/>
            </a:pPr>
            <a:r>
              <a:rPr lang="en-US" altLang="en-US" dirty="0">
                <a:latin typeface="Times New Roman"/>
                <a:ea typeface="Times New Roman"/>
              </a:rPr>
              <a:t>initial image example:</a:t>
            </a:r>
          </a:p>
          <a:p>
            <a:pPr marL="0" lvl="1" indent="0">
              <a:lnSpc>
                <a:spcPct val="100000"/>
              </a:lnSpc>
              <a:buNone/>
            </a:pPr>
            <a:endParaRPr lang="en-US" altLang="en-US" dirty="0">
              <a:latin typeface="Times New Roman"/>
              <a:ea typeface="Times New Roman"/>
            </a:endParaRPr>
          </a:p>
        </p:txBody>
      </p:sp>
      <p:pic>
        <p:nvPicPr>
          <p:cNvPr id="4" name="图片 3"/>
          <p:cNvPicPr>
            <a:picLocks noChangeAspect="1"/>
          </p:cNvPicPr>
          <p:nvPr/>
        </p:nvPicPr>
        <p:blipFill>
          <a:blip r:embed="rId2"/>
          <a:stretch/>
        </p:blipFill>
        <p:spPr>
          <a:xfrm>
            <a:off x="1237664" y="3962496"/>
            <a:ext cx="2902807" cy="2694788"/>
          </a:xfrm>
          <a:prstGeom prst="rect">
            <a:avLst/>
          </a:prstGeom>
        </p:spPr>
      </p:pic>
    </p:spTree>
    <p:extLst>
      <p:ext uri="{BB962C8B-B14F-4D97-AF65-F5344CB8AC3E}">
        <p14:creationId xmlns:p14="http://schemas.microsoft.com/office/powerpoint/2010/main" val="6060776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5025392" y="982650"/>
            <a:ext cx="6311900" cy="4660900"/>
          </a:xfrm>
          <a:prstGeom prst="rect">
            <a:avLst/>
          </a:prstGeom>
          <a:ln w="12700">
            <a:prstDash val="solid"/>
            <a:miter/>
          </a:ln>
        </p:spPr>
        <p:txBody>
          <a:bodyPr>
            <a:spAutoFit/>
          </a:bodyPr>
          <a:lstStyle/>
          <a:p>
            <a:pPr lvl="0" indent="457200">
              <a:lnSpc>
                <a:spcPct val="125000"/>
              </a:lnSpc>
            </a:pPr>
            <a:r>
              <a:rPr lang="en-US" altLang="en-US" sz="2400" b="0" i="0" strike="noStrike" spc="0">
                <a:solidFill>
                  <a:srgbClr val="000000"/>
                </a:solidFill>
                <a:latin typeface="Times New Roman"/>
                <a:ea typeface="Times New Roman"/>
              </a:rPr>
              <a:t>The noise is generated from the virtue of wave propagation caused by atmospheric turbulence in the outer space.</a:t>
            </a:r>
          </a:p>
          <a:p>
            <a:pPr lvl="0" indent="457200">
              <a:lnSpc>
                <a:spcPct val="125000"/>
              </a:lnSpc>
            </a:pPr>
            <a:r>
              <a:rPr lang="en-US" altLang="en-US" sz="2400" b="0" i="0" strike="noStrike" spc="0">
                <a:solidFill>
                  <a:srgbClr val="000000"/>
                </a:solidFill>
                <a:latin typeface="Times New Roman"/>
                <a:ea typeface="Times New Roman"/>
              </a:rPr>
              <a:t>The effect of the noise is the blurring phenomenon, as we can see from the left image.</a:t>
            </a:r>
          </a:p>
          <a:p>
            <a:pPr lvl="0" indent="457200">
              <a:lnSpc>
                <a:spcPct val="125000"/>
              </a:lnSpc>
            </a:pPr>
            <a:r>
              <a:rPr lang="en-US" altLang="en-US" sz="2400" b="0" i="0" strike="noStrike" spc="0">
                <a:solidFill>
                  <a:srgbClr val="000000"/>
                </a:solidFill>
                <a:latin typeface="Times New Roman"/>
                <a:ea typeface="Times New Roman"/>
              </a:rPr>
              <a:t>The blurred image is restored by minimizing the second-order central moment (SOCM). </a:t>
            </a:r>
          </a:p>
          <a:p>
            <a:pPr lvl="0" indent="457200">
              <a:lnSpc>
                <a:spcPct val="125000"/>
              </a:lnSpc>
            </a:pPr>
            <a:r>
              <a:rPr lang="en-US" altLang="en-US" sz="2400" b="0" i="0" strike="noStrike" spc="0">
                <a:solidFill>
                  <a:srgbClr val="000000"/>
                </a:solidFill>
                <a:latin typeface="Times New Roman"/>
                <a:ea typeface="Times New Roman"/>
              </a:rPr>
              <a:t>Finally, the restored image is shown on the right hand side, and we can see the obvious improvement.</a:t>
            </a:r>
          </a:p>
        </p:txBody>
      </p:sp>
      <p:pic>
        <p:nvPicPr>
          <p:cNvPr id="5" name="图片 4"/>
          <p:cNvPicPr>
            <a:picLocks noChangeAspect="1"/>
          </p:cNvPicPr>
          <p:nvPr/>
        </p:nvPicPr>
        <p:blipFill>
          <a:blip r:embed="rId2"/>
          <a:stretch/>
        </p:blipFill>
        <p:spPr>
          <a:xfrm>
            <a:off x="151415" y="1192476"/>
            <a:ext cx="1824323" cy="2020956"/>
          </a:xfrm>
          <a:prstGeom prst="rect">
            <a:avLst/>
          </a:prstGeom>
        </p:spPr>
      </p:pic>
      <p:pic>
        <p:nvPicPr>
          <p:cNvPr id="6" name="图片 5"/>
          <p:cNvPicPr>
            <a:picLocks noChangeAspect="1"/>
          </p:cNvPicPr>
          <p:nvPr/>
        </p:nvPicPr>
        <p:blipFill>
          <a:blip r:embed="rId3"/>
          <a:stretch/>
        </p:blipFill>
        <p:spPr>
          <a:xfrm>
            <a:off x="2694012" y="1192476"/>
            <a:ext cx="1830078" cy="2054087"/>
          </a:xfrm>
          <a:prstGeom prst="rect">
            <a:avLst/>
          </a:prstGeom>
        </p:spPr>
      </p:pic>
      <p:sp>
        <p:nvSpPr>
          <p:cNvPr id="7" name="文本框 6"/>
          <p:cNvSpPr txBox="1"/>
          <p:nvPr/>
        </p:nvSpPr>
        <p:spPr>
          <a:xfrm>
            <a:off x="1678609" y="55217"/>
            <a:ext cx="7175500" cy="571500"/>
          </a:xfrm>
          <a:prstGeom prst="rect">
            <a:avLst/>
          </a:prstGeom>
          <a:ln w="12700">
            <a:prstDash val="solid"/>
            <a:miter/>
          </a:ln>
        </p:spPr>
        <p:txBody>
          <a:bodyPr>
            <a:spAutoFit/>
          </a:bodyPr>
          <a:lstStyle/>
          <a:p>
            <a:pPr lvl="0" algn="ctr"/>
            <a:r>
              <a:rPr lang="en-US" altLang="en-US" sz="3200">
                <a:latin typeface="Times New Roman"/>
                <a:ea typeface="等线"/>
              </a:rPr>
              <a:t>sample ouput of the classical algorithm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185333" y="435429"/>
            <a:ext cx="8045450" cy="762000"/>
          </a:xfrm>
          <a:prstGeom prst="rect">
            <a:avLst/>
          </a:prstGeom>
          <a:ln w="12700">
            <a:prstDash val="solid"/>
            <a:miter/>
          </a:ln>
        </p:spPr>
        <p:txBody>
          <a:bodyPr>
            <a:spAutoFit/>
          </a:bodyPr>
          <a:lstStyle/>
          <a:p>
            <a:pPr lvl="0" algn="ctr"/>
            <a:r>
              <a:rPr lang="en-US" altLang="en-US" sz="4400">
                <a:latin typeface="Times New Roman"/>
                <a:ea typeface="Times New Roman"/>
              </a:rPr>
              <a:t>References</a:t>
            </a:r>
          </a:p>
        </p:txBody>
      </p:sp>
      <p:sp>
        <p:nvSpPr>
          <p:cNvPr id="5" name="文本框 4"/>
          <p:cNvSpPr txBox="1"/>
          <p:nvPr/>
        </p:nvSpPr>
        <p:spPr>
          <a:xfrm>
            <a:off x="1185333" y="1052286"/>
            <a:ext cx="9582150" cy="5575300"/>
          </a:xfrm>
          <a:prstGeom prst="rect">
            <a:avLst/>
          </a:prstGeom>
          <a:ln w="12700">
            <a:prstDash val="solid"/>
            <a:miter/>
          </a:ln>
        </p:spPr>
        <p:txBody>
          <a:bodyPr>
            <a:spAutoFit/>
          </a:bodyPr>
          <a:lstStyle/>
          <a:p>
            <a:pPr lvl="0">
              <a:lnSpc>
                <a:spcPct val="150000"/>
              </a:lnSpc>
            </a:pPr>
            <a:r>
              <a:rPr lang="en-US" altLang="en-US" sz="2000">
                <a:latin typeface="Times New Roman"/>
                <a:ea typeface="Times New Roman"/>
              </a:rPr>
              <a:t>website: www.nasa.gov</a:t>
            </a:r>
          </a:p>
          <a:p>
            <a:pPr lvl="0">
              <a:lnSpc>
                <a:spcPct val="150000"/>
              </a:lnSpc>
            </a:pPr>
            <a:r>
              <a:rPr lang="en-US" altLang="en-US" sz="2000">
                <a:latin typeface="Times New Roman"/>
                <a:ea typeface="Times New Roman"/>
              </a:rPr>
              <a:t>	www.nasa.gov/multimedia/imagegallery/iotd.html</a:t>
            </a:r>
          </a:p>
          <a:p>
            <a:pPr lvl="0">
              <a:lnSpc>
                <a:spcPct val="150000"/>
              </a:lnSpc>
            </a:pPr>
            <a:r>
              <a:rPr lang="en-US" altLang="en-US" sz="2000">
                <a:latin typeface="Times New Roman"/>
                <a:ea typeface="Times New Roman"/>
              </a:rPr>
              <a:t>	www.kaggle.com/search?q=astronomy+images</a:t>
            </a:r>
          </a:p>
          <a:p>
            <a:pPr lvl="0">
              <a:lnSpc>
                <a:spcPct val="150000"/>
              </a:lnSpc>
            </a:pPr>
            <a:endParaRPr lang="en-US" altLang="en-US" sz="2000">
              <a:latin typeface="Times New Roman"/>
              <a:ea typeface="Times New Roman"/>
            </a:endParaRPr>
          </a:p>
          <a:p>
            <a:pPr lvl="0">
              <a:lnSpc>
                <a:spcPct val="150000"/>
              </a:lnSpc>
            </a:pPr>
            <a:r>
              <a:rPr lang="en-US" altLang="en-US" sz="2000">
                <a:latin typeface="Times New Roman"/>
                <a:ea typeface="Times New Roman"/>
              </a:rPr>
              <a:t>pap</a:t>
            </a:r>
            <a:r>
              <a:rPr lang="en-US" altLang="en-US" sz="2000" b="0" i="0" strike="noStrike" spc="0">
                <a:solidFill>
                  <a:srgbClr val="000000"/>
                </a:solidFill>
                <a:latin typeface="Times New Roman"/>
                <a:ea typeface="Times New Roman"/>
              </a:rPr>
              <a:t>er: Molina, R., Núñez, J., Cortijo, F. J., &amp; Mateos, J. (2001). Image restoration in astronomy: a Bayesian perspective. IEEE Signal Processing Magazine, 18(2), 11-29.</a:t>
            </a:r>
          </a:p>
          <a:p>
            <a:pPr lvl="0">
              <a:lnSpc>
                <a:spcPct val="150000"/>
              </a:lnSpc>
            </a:pPr>
            <a:endParaRPr lang="en-US" altLang="en-US" sz="2000" b="0" i="0" strike="noStrike" spc="0">
              <a:solidFill>
                <a:srgbClr val="000000"/>
              </a:solidFill>
              <a:latin typeface="Times New Roman"/>
              <a:ea typeface="Times New Roman"/>
            </a:endParaRPr>
          </a:p>
          <a:p>
            <a:pPr lvl="0">
              <a:lnSpc>
                <a:spcPct val="150000"/>
              </a:lnSpc>
            </a:pPr>
            <a:r>
              <a:rPr lang="en-US" altLang="en-US" sz="2000" b="0" i="0" strike="noStrike" spc="0">
                <a:solidFill>
                  <a:srgbClr val="000000"/>
                </a:solidFill>
                <a:latin typeface="Times New Roman"/>
                <a:ea typeface="Times New Roman"/>
              </a:rPr>
              <a:t>Zhongming, D. (2016). Research on The Astronomical Image Restoration
Algorithms for Mixed Degradation Mode. Retrieved from https://kns.cnki.net/kcms2/article/abstract?v=3uoqIhG8C475KOm_zrgu4lQARvep2SAkkyu7xrzFWukWIylgpWWcEtOjYRekHLRycerbuxhWZMBnx7mtyyBkeppW0axZd7_9&amp;uniplatform=NZKPT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132</TotalTime>
  <Words>469</Words>
  <Application>Microsoft Office PowerPoint</Application>
  <PresentationFormat>宽屏</PresentationFormat>
  <Paragraphs>30</Paragraphs>
  <Slides>5</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vt:i4>
      </vt:variant>
    </vt:vector>
  </HeadingPairs>
  <TitlesOfParts>
    <vt:vector size="10" baseType="lpstr">
      <vt:lpstr>Arial</vt:lpstr>
      <vt:lpstr>Calibri</vt:lpstr>
      <vt:lpstr>Calibri Light</vt:lpstr>
      <vt:lpstr>Times New Roman</vt:lpstr>
      <vt:lpstr>Office Theme</vt:lpstr>
      <vt:lpstr>Innovative Algorithms for the Astronomical Image Restoration
Lu Yi 121090386  Li Junxi 120090124</vt:lpstr>
      <vt:lpstr>Goal and Methodology</vt:lpstr>
      <vt:lpstr>Dataset and Initial Results</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Depth Aware Inpainting for Novel View Synthesis  Jayant Thatte  Jean-Baptiste Boin</dc:title>
  <dc:creator>Jayant Thatte</dc:creator>
  <cp:lastModifiedBy>Yi Lu (SDS, 121090386)</cp:lastModifiedBy>
  <cp:revision>7</cp:revision>
  <dcterms:created xsi:type="dcterms:W3CDTF">2019-02-11T23:34:15Z</dcterms:created>
  <dcterms:modified xsi:type="dcterms:W3CDTF">2023-07-09T11:47:25Z</dcterms:modified>
</cp:coreProperties>
</file>